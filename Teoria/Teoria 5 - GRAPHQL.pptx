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1.png" ContentType="image/png"/>
  <Override PartName="/ppt/media/image2.png" ContentType="image/png"/>
  <Override PartName="/ppt/presProps.xml" ContentType="application/vnd.openxmlformats-officedocument.presentationml.presProps+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7692C91B-9CBA-496D-9EEF-356B0A20124A}"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0" name="PlaceHolder 2"/>
          <p:cNvSpPr>
            <a:spLocks noGrp="1"/>
          </p:cNvSpPr>
          <p:nvPr>
            <p:ph type="subTitle"/>
          </p:nvPr>
        </p:nvSpPr>
        <p:spPr>
          <a:xfrm>
            <a:off x="311760" y="1229760"/>
            <a:ext cx="8519760" cy="3338280"/>
          </a:xfrm>
          <a:prstGeom prst="rect">
            <a:avLst/>
          </a:prstGeom>
          <a:noFill/>
          <a:ln w="0">
            <a:noFill/>
          </a:ln>
        </p:spPr>
        <p:txBody>
          <a:bodyPr lIns="0" rIns="0" tIns="0" bIns="0" anchor="ctr">
            <a:noAutofit/>
          </a:bodyPr>
          <a:p>
            <a:pPr algn="ctr">
              <a:buNone/>
            </a:pPr>
            <a:endParaRPr b="0" lang="es-AR" sz="3200" spc="-1" strike="noStrike">
              <a:latin typeface="Arial"/>
            </a:endParaRPr>
          </a:p>
        </p:txBody>
      </p:sp>
      <p:sp>
        <p:nvSpPr>
          <p:cNvPr id="4" name="PlaceHolder 3"/>
          <p:cNvSpPr>
            <a:spLocks noGrp="1"/>
          </p:cNvSpPr>
          <p:nvPr>
            <p:ph type="sldNum" idx="1"/>
          </p:nvPr>
        </p:nvSpPr>
        <p:spPr/>
        <p:txBody>
          <a:bodyPr/>
          <a:p>
            <a:fld id="{4DA332C1-2977-4192-9C28-0C50D2B8E083}"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2" name="PlaceHolder 2"/>
          <p:cNvSpPr>
            <a:spLocks noGrp="1"/>
          </p:cNvSpPr>
          <p:nvPr>
            <p:ph/>
          </p:nvPr>
        </p:nvSpPr>
        <p:spPr>
          <a:xfrm>
            <a:off x="311760" y="1229760"/>
            <a:ext cx="8519760" cy="3338280"/>
          </a:xfrm>
          <a:prstGeom prst="rect">
            <a:avLst/>
          </a:prstGeom>
          <a:noFill/>
          <a:ln w="0">
            <a:noFill/>
          </a:ln>
        </p:spPr>
        <p:txBody>
          <a:bodyPr lIns="0" rIns="0" tIns="0" bIns="0" anchor="t">
            <a:normAutofit/>
          </a:bodyPr>
          <a:p>
            <a:endParaRPr b="0" lang="es-AR" sz="3200" spc="-1" strike="noStrike">
              <a:latin typeface="Arial"/>
            </a:endParaRPr>
          </a:p>
        </p:txBody>
      </p:sp>
      <p:sp>
        <p:nvSpPr>
          <p:cNvPr id="4" name="PlaceHolder 3"/>
          <p:cNvSpPr>
            <a:spLocks noGrp="1"/>
          </p:cNvSpPr>
          <p:nvPr>
            <p:ph type="sldNum" idx="1"/>
          </p:nvPr>
        </p:nvSpPr>
        <p:spPr/>
        <p:txBody>
          <a:bodyPr/>
          <a:p>
            <a:fld id="{81B0FB91-BB6F-4C80-8EF9-C72E396980E1}"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4" name="PlaceHolder 2"/>
          <p:cNvSpPr>
            <a:spLocks noGrp="1"/>
          </p:cNvSpPr>
          <p:nvPr>
            <p:ph/>
          </p:nvPr>
        </p:nvSpPr>
        <p:spPr>
          <a:xfrm>
            <a:off x="31176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15" name="PlaceHolder 3"/>
          <p:cNvSpPr>
            <a:spLocks noGrp="1"/>
          </p:cNvSpPr>
          <p:nvPr>
            <p:ph/>
          </p:nvPr>
        </p:nvSpPr>
        <p:spPr>
          <a:xfrm>
            <a:off x="467712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5" name="PlaceHolder 4"/>
          <p:cNvSpPr>
            <a:spLocks noGrp="1"/>
          </p:cNvSpPr>
          <p:nvPr>
            <p:ph type="sldNum" idx="1"/>
          </p:nvPr>
        </p:nvSpPr>
        <p:spPr/>
        <p:txBody>
          <a:bodyPr/>
          <a:p>
            <a:fld id="{7126FDEF-A5A3-4A3E-A55E-4A0149001E27}"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3" name="PlaceHolder 2"/>
          <p:cNvSpPr>
            <a:spLocks noGrp="1"/>
          </p:cNvSpPr>
          <p:nvPr>
            <p:ph type="sldNum" idx="1"/>
          </p:nvPr>
        </p:nvSpPr>
        <p:spPr/>
        <p:txBody>
          <a:bodyPr/>
          <a:p>
            <a:fld id="{204A4579-CDC8-40D3-8046-02210061F01D}"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311760" y="410040"/>
            <a:ext cx="8519760" cy="2814840"/>
          </a:xfrm>
          <a:prstGeom prst="rect">
            <a:avLst/>
          </a:prstGeom>
          <a:noFill/>
          <a:ln w="0">
            <a:noFill/>
          </a:ln>
        </p:spPr>
        <p:txBody>
          <a:bodyPr lIns="0" rIns="0" tIns="0" bIns="0" anchor="ctr">
            <a:noAutofit/>
          </a:bodyPr>
          <a:p>
            <a:pPr algn="ctr">
              <a:buNone/>
            </a:pPr>
            <a:endParaRPr b="0" lang="es-AR" sz="3200" spc="-1" strike="noStrike">
              <a:latin typeface="Arial"/>
            </a:endParaRPr>
          </a:p>
        </p:txBody>
      </p:sp>
      <p:sp>
        <p:nvSpPr>
          <p:cNvPr id="3" name="PlaceHolder 2"/>
          <p:cNvSpPr>
            <a:spLocks noGrp="1"/>
          </p:cNvSpPr>
          <p:nvPr>
            <p:ph type="sldNum" idx="1"/>
          </p:nvPr>
        </p:nvSpPr>
        <p:spPr/>
        <p:txBody>
          <a:bodyPr/>
          <a:p>
            <a:fld id="{470B7580-6602-4F4B-A1D1-8D20F9E332A9}"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9"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20" name="PlaceHolder 3"/>
          <p:cNvSpPr>
            <a:spLocks noGrp="1"/>
          </p:cNvSpPr>
          <p:nvPr>
            <p:ph/>
          </p:nvPr>
        </p:nvSpPr>
        <p:spPr>
          <a:xfrm>
            <a:off x="467712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21" name="PlaceHolder 4"/>
          <p:cNvSpPr>
            <a:spLocks noGrp="1"/>
          </p:cNvSpPr>
          <p:nvPr>
            <p:ph/>
          </p:nvPr>
        </p:nvSpPr>
        <p:spPr>
          <a:xfrm>
            <a:off x="31176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1"/>
          </p:nvPr>
        </p:nvSpPr>
        <p:spPr/>
        <p:txBody>
          <a:bodyPr/>
          <a:p>
            <a:fld id="{71702FAE-A9DF-4A20-9BE5-9213BB12C717}"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23" name="PlaceHolder 2"/>
          <p:cNvSpPr>
            <a:spLocks noGrp="1"/>
          </p:cNvSpPr>
          <p:nvPr>
            <p:ph/>
          </p:nvPr>
        </p:nvSpPr>
        <p:spPr>
          <a:xfrm>
            <a:off x="31176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24"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25" name="PlaceHolder 4"/>
          <p:cNvSpPr>
            <a:spLocks noGrp="1"/>
          </p:cNvSpPr>
          <p:nvPr>
            <p:ph/>
          </p:nvPr>
        </p:nvSpPr>
        <p:spPr>
          <a:xfrm>
            <a:off x="467712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1"/>
          </p:nvPr>
        </p:nvSpPr>
        <p:spPr/>
        <p:txBody>
          <a:bodyPr/>
          <a:p>
            <a:fld id="{274619A1-DA3C-4249-906B-9656754CE42A}"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27"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28"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29" name="PlaceHolder 4"/>
          <p:cNvSpPr>
            <a:spLocks noGrp="1"/>
          </p:cNvSpPr>
          <p:nvPr>
            <p:ph/>
          </p:nvPr>
        </p:nvSpPr>
        <p:spPr>
          <a:xfrm>
            <a:off x="311760" y="297360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1"/>
          </p:nvPr>
        </p:nvSpPr>
        <p:spPr/>
        <p:txBody>
          <a:bodyPr/>
          <a:p>
            <a:fld id="{B7662DD1-C0BF-4311-9D64-1A80E4E743DD}"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31" name="PlaceHolder 2"/>
          <p:cNvSpPr>
            <a:spLocks noGrp="1"/>
          </p:cNvSpPr>
          <p:nvPr>
            <p:ph/>
          </p:nvPr>
        </p:nvSpPr>
        <p:spPr>
          <a:xfrm>
            <a:off x="311760" y="122976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32" name="PlaceHolder 3"/>
          <p:cNvSpPr>
            <a:spLocks noGrp="1"/>
          </p:cNvSpPr>
          <p:nvPr>
            <p:ph/>
          </p:nvPr>
        </p:nvSpPr>
        <p:spPr>
          <a:xfrm>
            <a:off x="311760" y="297360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5" name="PlaceHolder 4"/>
          <p:cNvSpPr>
            <a:spLocks noGrp="1"/>
          </p:cNvSpPr>
          <p:nvPr>
            <p:ph type="sldNum" idx="1"/>
          </p:nvPr>
        </p:nvSpPr>
        <p:spPr/>
        <p:txBody>
          <a:bodyPr/>
          <a:p>
            <a:fld id="{9C3F7F4E-6E6F-40B7-AFC7-B1BFB68E20D3}"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34"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35"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36" name="PlaceHolder 4"/>
          <p:cNvSpPr>
            <a:spLocks noGrp="1"/>
          </p:cNvSpPr>
          <p:nvPr>
            <p:ph/>
          </p:nvPr>
        </p:nvSpPr>
        <p:spPr>
          <a:xfrm>
            <a:off x="31176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37" name="PlaceHolder 5"/>
          <p:cNvSpPr>
            <a:spLocks noGrp="1"/>
          </p:cNvSpPr>
          <p:nvPr>
            <p:ph/>
          </p:nvPr>
        </p:nvSpPr>
        <p:spPr>
          <a:xfrm>
            <a:off x="467712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7" name="PlaceHolder 6"/>
          <p:cNvSpPr>
            <a:spLocks noGrp="1"/>
          </p:cNvSpPr>
          <p:nvPr>
            <p:ph type="sldNum" idx="1"/>
          </p:nvPr>
        </p:nvSpPr>
        <p:spPr/>
        <p:txBody>
          <a:bodyPr/>
          <a:p>
            <a:fld id="{78A089DC-5F3F-4045-84DA-3426C6D3A394}"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39" name="PlaceHolder 2"/>
          <p:cNvSpPr>
            <a:spLocks noGrp="1"/>
          </p:cNvSpPr>
          <p:nvPr>
            <p:ph/>
          </p:nvPr>
        </p:nvSpPr>
        <p:spPr>
          <a:xfrm>
            <a:off x="31176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40" name="PlaceHolder 3"/>
          <p:cNvSpPr>
            <a:spLocks noGrp="1"/>
          </p:cNvSpPr>
          <p:nvPr>
            <p:ph/>
          </p:nvPr>
        </p:nvSpPr>
        <p:spPr>
          <a:xfrm>
            <a:off x="319248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41" name="PlaceHolder 4"/>
          <p:cNvSpPr>
            <a:spLocks noGrp="1"/>
          </p:cNvSpPr>
          <p:nvPr>
            <p:ph/>
          </p:nvPr>
        </p:nvSpPr>
        <p:spPr>
          <a:xfrm>
            <a:off x="607320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42" name="PlaceHolder 5"/>
          <p:cNvSpPr>
            <a:spLocks noGrp="1"/>
          </p:cNvSpPr>
          <p:nvPr>
            <p:ph/>
          </p:nvPr>
        </p:nvSpPr>
        <p:spPr>
          <a:xfrm>
            <a:off x="31176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43" name="PlaceHolder 6"/>
          <p:cNvSpPr>
            <a:spLocks noGrp="1"/>
          </p:cNvSpPr>
          <p:nvPr>
            <p:ph/>
          </p:nvPr>
        </p:nvSpPr>
        <p:spPr>
          <a:xfrm>
            <a:off x="319248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44" name="PlaceHolder 7"/>
          <p:cNvSpPr>
            <a:spLocks noGrp="1"/>
          </p:cNvSpPr>
          <p:nvPr>
            <p:ph/>
          </p:nvPr>
        </p:nvSpPr>
        <p:spPr>
          <a:xfrm>
            <a:off x="607320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9" name="PlaceHolder 8"/>
          <p:cNvSpPr>
            <a:spLocks noGrp="1"/>
          </p:cNvSpPr>
          <p:nvPr>
            <p:ph type="sldNum" idx="1"/>
          </p:nvPr>
        </p:nvSpPr>
        <p:spPr/>
        <p:txBody>
          <a:bodyPr/>
          <a:p>
            <a:fld id="{DEE1015B-C239-40C8-B462-FBB6F44CAE70}"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74FA8B14-9634-4639-B232-5770C3E1F6C9}"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51" name="PlaceHolder 2"/>
          <p:cNvSpPr>
            <a:spLocks noGrp="1"/>
          </p:cNvSpPr>
          <p:nvPr>
            <p:ph type="subTitle"/>
          </p:nvPr>
        </p:nvSpPr>
        <p:spPr>
          <a:xfrm>
            <a:off x="311760" y="1229760"/>
            <a:ext cx="8519760" cy="3338280"/>
          </a:xfrm>
          <a:prstGeom prst="rect">
            <a:avLst/>
          </a:prstGeom>
          <a:noFill/>
          <a:ln w="0">
            <a:noFill/>
          </a:ln>
        </p:spPr>
        <p:txBody>
          <a:bodyPr lIns="0" rIns="0" tIns="0" bIns="0" anchor="ctr">
            <a:noAutofit/>
          </a:bodyPr>
          <a:p>
            <a:pPr algn="ctr">
              <a:buNone/>
            </a:pPr>
            <a:endParaRPr b="0" lang="es-AR" sz="3200" spc="-1" strike="noStrike">
              <a:latin typeface="Arial"/>
            </a:endParaRPr>
          </a:p>
        </p:txBody>
      </p:sp>
      <p:sp>
        <p:nvSpPr>
          <p:cNvPr id="4" name="PlaceHolder 3"/>
          <p:cNvSpPr>
            <a:spLocks noGrp="1"/>
          </p:cNvSpPr>
          <p:nvPr>
            <p:ph type="sldNum" idx="2"/>
          </p:nvPr>
        </p:nvSpPr>
        <p:spPr/>
        <p:txBody>
          <a:bodyPr/>
          <a:p>
            <a:fld id="{1DE487FC-CE11-40F6-B5AB-24E9A7B8C612}"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53" name="PlaceHolder 2"/>
          <p:cNvSpPr>
            <a:spLocks noGrp="1"/>
          </p:cNvSpPr>
          <p:nvPr>
            <p:ph/>
          </p:nvPr>
        </p:nvSpPr>
        <p:spPr>
          <a:xfrm>
            <a:off x="311760" y="1229760"/>
            <a:ext cx="8519760" cy="3338280"/>
          </a:xfrm>
          <a:prstGeom prst="rect">
            <a:avLst/>
          </a:prstGeom>
          <a:noFill/>
          <a:ln w="0">
            <a:noFill/>
          </a:ln>
        </p:spPr>
        <p:txBody>
          <a:bodyPr lIns="0" rIns="0" tIns="0" bIns="0" anchor="t">
            <a:normAutofit/>
          </a:bodyPr>
          <a:p>
            <a:endParaRPr b="0" lang="es-AR" sz="3200" spc="-1" strike="noStrike">
              <a:latin typeface="Arial"/>
            </a:endParaRPr>
          </a:p>
        </p:txBody>
      </p:sp>
      <p:sp>
        <p:nvSpPr>
          <p:cNvPr id="4" name="PlaceHolder 3"/>
          <p:cNvSpPr>
            <a:spLocks noGrp="1"/>
          </p:cNvSpPr>
          <p:nvPr>
            <p:ph type="sldNum" idx="2"/>
          </p:nvPr>
        </p:nvSpPr>
        <p:spPr/>
        <p:txBody>
          <a:bodyPr/>
          <a:p>
            <a:fld id="{4076963C-C230-4827-97D7-5A6D87C905A7}"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55" name="PlaceHolder 2"/>
          <p:cNvSpPr>
            <a:spLocks noGrp="1"/>
          </p:cNvSpPr>
          <p:nvPr>
            <p:ph/>
          </p:nvPr>
        </p:nvSpPr>
        <p:spPr>
          <a:xfrm>
            <a:off x="31176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56" name="PlaceHolder 3"/>
          <p:cNvSpPr>
            <a:spLocks noGrp="1"/>
          </p:cNvSpPr>
          <p:nvPr>
            <p:ph/>
          </p:nvPr>
        </p:nvSpPr>
        <p:spPr>
          <a:xfrm>
            <a:off x="467712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5" name="PlaceHolder 4"/>
          <p:cNvSpPr>
            <a:spLocks noGrp="1"/>
          </p:cNvSpPr>
          <p:nvPr>
            <p:ph type="sldNum" idx="2"/>
          </p:nvPr>
        </p:nvSpPr>
        <p:spPr/>
        <p:txBody>
          <a:bodyPr/>
          <a:p>
            <a:fld id="{21529FF9-84FF-43BC-B688-3463F66C3F82}"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3" name="PlaceHolder 2"/>
          <p:cNvSpPr>
            <a:spLocks noGrp="1"/>
          </p:cNvSpPr>
          <p:nvPr>
            <p:ph type="sldNum" idx="2"/>
          </p:nvPr>
        </p:nvSpPr>
        <p:spPr/>
        <p:txBody>
          <a:bodyPr/>
          <a:p>
            <a:fld id="{47A692D2-10F1-4341-B017-250FEC1221A6}"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311760" y="410040"/>
            <a:ext cx="8519760" cy="2814840"/>
          </a:xfrm>
          <a:prstGeom prst="rect">
            <a:avLst/>
          </a:prstGeom>
          <a:noFill/>
          <a:ln w="0">
            <a:noFill/>
          </a:ln>
        </p:spPr>
        <p:txBody>
          <a:bodyPr lIns="0" rIns="0" tIns="0" bIns="0" anchor="ctr">
            <a:noAutofit/>
          </a:bodyPr>
          <a:p>
            <a:pPr algn="ctr">
              <a:buNone/>
            </a:pPr>
            <a:endParaRPr b="0" lang="es-AR" sz="3200" spc="-1" strike="noStrike">
              <a:latin typeface="Arial"/>
            </a:endParaRPr>
          </a:p>
        </p:txBody>
      </p:sp>
      <p:sp>
        <p:nvSpPr>
          <p:cNvPr id="3" name="PlaceHolder 2"/>
          <p:cNvSpPr>
            <a:spLocks noGrp="1"/>
          </p:cNvSpPr>
          <p:nvPr>
            <p:ph type="sldNum" idx="2"/>
          </p:nvPr>
        </p:nvSpPr>
        <p:spPr/>
        <p:txBody>
          <a:bodyPr/>
          <a:p>
            <a:fld id="{A4028050-EB3D-480C-BFF9-3CA209667043}"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60"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1" name="PlaceHolder 3"/>
          <p:cNvSpPr>
            <a:spLocks noGrp="1"/>
          </p:cNvSpPr>
          <p:nvPr>
            <p:ph/>
          </p:nvPr>
        </p:nvSpPr>
        <p:spPr>
          <a:xfrm>
            <a:off x="467712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62" name="PlaceHolder 4"/>
          <p:cNvSpPr>
            <a:spLocks noGrp="1"/>
          </p:cNvSpPr>
          <p:nvPr>
            <p:ph/>
          </p:nvPr>
        </p:nvSpPr>
        <p:spPr>
          <a:xfrm>
            <a:off x="31176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2"/>
          </p:nvPr>
        </p:nvSpPr>
        <p:spPr/>
        <p:txBody>
          <a:bodyPr/>
          <a:p>
            <a:fld id="{D34AD6B4-B15C-47CD-A421-2DB44CA39320}"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64" name="PlaceHolder 2"/>
          <p:cNvSpPr>
            <a:spLocks noGrp="1"/>
          </p:cNvSpPr>
          <p:nvPr>
            <p:ph/>
          </p:nvPr>
        </p:nvSpPr>
        <p:spPr>
          <a:xfrm>
            <a:off x="31176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65"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6" name="PlaceHolder 4"/>
          <p:cNvSpPr>
            <a:spLocks noGrp="1"/>
          </p:cNvSpPr>
          <p:nvPr>
            <p:ph/>
          </p:nvPr>
        </p:nvSpPr>
        <p:spPr>
          <a:xfrm>
            <a:off x="467712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2"/>
          </p:nvPr>
        </p:nvSpPr>
        <p:spPr/>
        <p:txBody>
          <a:bodyPr/>
          <a:p>
            <a:fld id="{5831279A-EDC4-46AC-825C-6CFE60FCD93E}"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68"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9"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70" name="PlaceHolder 4"/>
          <p:cNvSpPr>
            <a:spLocks noGrp="1"/>
          </p:cNvSpPr>
          <p:nvPr>
            <p:ph/>
          </p:nvPr>
        </p:nvSpPr>
        <p:spPr>
          <a:xfrm>
            <a:off x="311760" y="297360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2"/>
          </p:nvPr>
        </p:nvSpPr>
        <p:spPr/>
        <p:txBody>
          <a:bodyPr/>
          <a:p>
            <a:fld id="{69FE1DB3-B5E1-4F23-811B-6F646CFE4FB7}"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72" name="PlaceHolder 2"/>
          <p:cNvSpPr>
            <a:spLocks noGrp="1"/>
          </p:cNvSpPr>
          <p:nvPr>
            <p:ph/>
          </p:nvPr>
        </p:nvSpPr>
        <p:spPr>
          <a:xfrm>
            <a:off x="311760" y="122976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73" name="PlaceHolder 3"/>
          <p:cNvSpPr>
            <a:spLocks noGrp="1"/>
          </p:cNvSpPr>
          <p:nvPr>
            <p:ph/>
          </p:nvPr>
        </p:nvSpPr>
        <p:spPr>
          <a:xfrm>
            <a:off x="311760" y="297360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5" name="PlaceHolder 4"/>
          <p:cNvSpPr>
            <a:spLocks noGrp="1"/>
          </p:cNvSpPr>
          <p:nvPr>
            <p:ph type="sldNum" idx="2"/>
          </p:nvPr>
        </p:nvSpPr>
        <p:spPr/>
        <p:txBody>
          <a:bodyPr/>
          <a:p>
            <a:fld id="{DE16A50D-3990-4DE8-8ECB-E533A7B750EF}"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75"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76"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77" name="PlaceHolder 4"/>
          <p:cNvSpPr>
            <a:spLocks noGrp="1"/>
          </p:cNvSpPr>
          <p:nvPr>
            <p:ph/>
          </p:nvPr>
        </p:nvSpPr>
        <p:spPr>
          <a:xfrm>
            <a:off x="31176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78" name="PlaceHolder 5"/>
          <p:cNvSpPr>
            <a:spLocks noGrp="1"/>
          </p:cNvSpPr>
          <p:nvPr>
            <p:ph/>
          </p:nvPr>
        </p:nvSpPr>
        <p:spPr>
          <a:xfrm>
            <a:off x="467712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7" name="PlaceHolder 6"/>
          <p:cNvSpPr>
            <a:spLocks noGrp="1"/>
          </p:cNvSpPr>
          <p:nvPr>
            <p:ph type="sldNum" idx="2"/>
          </p:nvPr>
        </p:nvSpPr>
        <p:spPr/>
        <p:txBody>
          <a:bodyPr/>
          <a:p>
            <a:fld id="{08AC0A00-826C-4B20-88EF-279717CD6BDF}"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80" name="PlaceHolder 2"/>
          <p:cNvSpPr>
            <a:spLocks noGrp="1"/>
          </p:cNvSpPr>
          <p:nvPr>
            <p:ph/>
          </p:nvPr>
        </p:nvSpPr>
        <p:spPr>
          <a:xfrm>
            <a:off x="31176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81" name="PlaceHolder 3"/>
          <p:cNvSpPr>
            <a:spLocks noGrp="1"/>
          </p:cNvSpPr>
          <p:nvPr>
            <p:ph/>
          </p:nvPr>
        </p:nvSpPr>
        <p:spPr>
          <a:xfrm>
            <a:off x="319248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82" name="PlaceHolder 4"/>
          <p:cNvSpPr>
            <a:spLocks noGrp="1"/>
          </p:cNvSpPr>
          <p:nvPr>
            <p:ph/>
          </p:nvPr>
        </p:nvSpPr>
        <p:spPr>
          <a:xfrm>
            <a:off x="607320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83" name="PlaceHolder 5"/>
          <p:cNvSpPr>
            <a:spLocks noGrp="1"/>
          </p:cNvSpPr>
          <p:nvPr>
            <p:ph/>
          </p:nvPr>
        </p:nvSpPr>
        <p:spPr>
          <a:xfrm>
            <a:off x="31176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84" name="PlaceHolder 6"/>
          <p:cNvSpPr>
            <a:spLocks noGrp="1"/>
          </p:cNvSpPr>
          <p:nvPr>
            <p:ph/>
          </p:nvPr>
        </p:nvSpPr>
        <p:spPr>
          <a:xfrm>
            <a:off x="319248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85" name="PlaceHolder 7"/>
          <p:cNvSpPr>
            <a:spLocks noGrp="1"/>
          </p:cNvSpPr>
          <p:nvPr>
            <p:ph/>
          </p:nvPr>
        </p:nvSpPr>
        <p:spPr>
          <a:xfrm>
            <a:off x="607320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9" name="PlaceHolder 8"/>
          <p:cNvSpPr>
            <a:spLocks noGrp="1"/>
          </p:cNvSpPr>
          <p:nvPr>
            <p:ph type="sldNum" idx="2"/>
          </p:nvPr>
        </p:nvSpPr>
        <p:spPr/>
        <p:txBody>
          <a:bodyPr/>
          <a:p>
            <a:fld id="{E5203BEA-9FCE-415A-A152-2F21649A355F}"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86AD6C9C-8AF1-42A7-B28C-B1C9CE03BEF4}"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9"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90" name="PlaceHolder 2"/>
          <p:cNvSpPr>
            <a:spLocks noGrp="1"/>
          </p:cNvSpPr>
          <p:nvPr>
            <p:ph type="subTitle"/>
          </p:nvPr>
        </p:nvSpPr>
        <p:spPr>
          <a:xfrm>
            <a:off x="311760" y="1229760"/>
            <a:ext cx="8519760" cy="3338280"/>
          </a:xfrm>
          <a:prstGeom prst="rect">
            <a:avLst/>
          </a:prstGeom>
          <a:noFill/>
          <a:ln w="0">
            <a:noFill/>
          </a:ln>
        </p:spPr>
        <p:txBody>
          <a:bodyPr lIns="0" rIns="0" tIns="0" bIns="0" anchor="ctr">
            <a:noAutofit/>
          </a:bodyPr>
          <a:p>
            <a:pPr algn="ctr">
              <a:buNone/>
            </a:pPr>
            <a:endParaRPr b="0" lang="es-AR" sz="3200" spc="-1" strike="noStrike">
              <a:latin typeface="Arial"/>
            </a:endParaRPr>
          </a:p>
        </p:txBody>
      </p:sp>
      <p:sp>
        <p:nvSpPr>
          <p:cNvPr id="4" name="PlaceHolder 3"/>
          <p:cNvSpPr>
            <a:spLocks noGrp="1"/>
          </p:cNvSpPr>
          <p:nvPr>
            <p:ph type="sldNum" idx="3"/>
          </p:nvPr>
        </p:nvSpPr>
        <p:spPr/>
        <p:txBody>
          <a:bodyPr/>
          <a:p>
            <a:fld id="{0743E6D6-4E7E-4F17-80E7-95E9D038EBEA}"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92" name="PlaceHolder 2"/>
          <p:cNvSpPr>
            <a:spLocks noGrp="1"/>
          </p:cNvSpPr>
          <p:nvPr>
            <p:ph/>
          </p:nvPr>
        </p:nvSpPr>
        <p:spPr>
          <a:xfrm>
            <a:off x="311760" y="1229760"/>
            <a:ext cx="8519760" cy="3338280"/>
          </a:xfrm>
          <a:prstGeom prst="rect">
            <a:avLst/>
          </a:prstGeom>
          <a:noFill/>
          <a:ln w="0">
            <a:noFill/>
          </a:ln>
        </p:spPr>
        <p:txBody>
          <a:bodyPr lIns="0" rIns="0" tIns="0" bIns="0" anchor="t">
            <a:normAutofit/>
          </a:bodyPr>
          <a:p>
            <a:endParaRPr b="0" lang="es-AR" sz="3200" spc="-1" strike="noStrike">
              <a:latin typeface="Arial"/>
            </a:endParaRPr>
          </a:p>
        </p:txBody>
      </p:sp>
      <p:sp>
        <p:nvSpPr>
          <p:cNvPr id="4" name="PlaceHolder 3"/>
          <p:cNvSpPr>
            <a:spLocks noGrp="1"/>
          </p:cNvSpPr>
          <p:nvPr>
            <p:ph type="sldNum" idx="3"/>
          </p:nvPr>
        </p:nvSpPr>
        <p:spPr/>
        <p:txBody>
          <a:bodyPr/>
          <a:p>
            <a:fld id="{8C749CD3-9574-49E2-A7DD-B0AC78E20906}"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94" name="PlaceHolder 2"/>
          <p:cNvSpPr>
            <a:spLocks noGrp="1"/>
          </p:cNvSpPr>
          <p:nvPr>
            <p:ph/>
          </p:nvPr>
        </p:nvSpPr>
        <p:spPr>
          <a:xfrm>
            <a:off x="31176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95" name="PlaceHolder 3"/>
          <p:cNvSpPr>
            <a:spLocks noGrp="1"/>
          </p:cNvSpPr>
          <p:nvPr>
            <p:ph/>
          </p:nvPr>
        </p:nvSpPr>
        <p:spPr>
          <a:xfrm>
            <a:off x="467712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5" name="PlaceHolder 4"/>
          <p:cNvSpPr>
            <a:spLocks noGrp="1"/>
          </p:cNvSpPr>
          <p:nvPr>
            <p:ph type="sldNum" idx="3"/>
          </p:nvPr>
        </p:nvSpPr>
        <p:spPr/>
        <p:txBody>
          <a:bodyPr/>
          <a:p>
            <a:fld id="{4276DEA9-6FDA-4EE1-9E78-1C1494B5FEDB}"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6"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3" name="PlaceHolder 2"/>
          <p:cNvSpPr>
            <a:spLocks noGrp="1"/>
          </p:cNvSpPr>
          <p:nvPr>
            <p:ph type="sldNum" idx="3"/>
          </p:nvPr>
        </p:nvSpPr>
        <p:spPr/>
        <p:txBody>
          <a:bodyPr/>
          <a:p>
            <a:fld id="{58102657-BB5B-410B-B4A0-11C85AC9F104}"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7" name="PlaceHolder 1"/>
          <p:cNvSpPr>
            <a:spLocks noGrp="1"/>
          </p:cNvSpPr>
          <p:nvPr>
            <p:ph type="subTitle"/>
          </p:nvPr>
        </p:nvSpPr>
        <p:spPr>
          <a:xfrm>
            <a:off x="311760" y="410040"/>
            <a:ext cx="8519760" cy="2814840"/>
          </a:xfrm>
          <a:prstGeom prst="rect">
            <a:avLst/>
          </a:prstGeom>
          <a:noFill/>
          <a:ln w="0">
            <a:noFill/>
          </a:ln>
        </p:spPr>
        <p:txBody>
          <a:bodyPr lIns="0" rIns="0" tIns="0" bIns="0" anchor="ctr">
            <a:noAutofit/>
          </a:bodyPr>
          <a:p>
            <a:pPr algn="ctr">
              <a:buNone/>
            </a:pPr>
            <a:endParaRPr b="0" lang="es-AR" sz="3200" spc="-1" strike="noStrike">
              <a:latin typeface="Arial"/>
            </a:endParaRPr>
          </a:p>
        </p:txBody>
      </p:sp>
      <p:sp>
        <p:nvSpPr>
          <p:cNvPr id="3" name="PlaceHolder 2"/>
          <p:cNvSpPr>
            <a:spLocks noGrp="1"/>
          </p:cNvSpPr>
          <p:nvPr>
            <p:ph type="sldNum" idx="3"/>
          </p:nvPr>
        </p:nvSpPr>
        <p:spPr/>
        <p:txBody>
          <a:bodyPr/>
          <a:p>
            <a:fld id="{F7322ED1-7A0C-4FF4-990B-41CDEEBBDB09}"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99"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00" name="PlaceHolder 3"/>
          <p:cNvSpPr>
            <a:spLocks noGrp="1"/>
          </p:cNvSpPr>
          <p:nvPr>
            <p:ph/>
          </p:nvPr>
        </p:nvSpPr>
        <p:spPr>
          <a:xfrm>
            <a:off x="467712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101" name="PlaceHolder 4"/>
          <p:cNvSpPr>
            <a:spLocks noGrp="1"/>
          </p:cNvSpPr>
          <p:nvPr>
            <p:ph/>
          </p:nvPr>
        </p:nvSpPr>
        <p:spPr>
          <a:xfrm>
            <a:off x="31176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3"/>
          </p:nvPr>
        </p:nvSpPr>
        <p:spPr/>
        <p:txBody>
          <a:bodyPr/>
          <a:p>
            <a:fld id="{1238343E-97D7-45F2-991C-3622622978B4}"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03" name="PlaceHolder 2"/>
          <p:cNvSpPr>
            <a:spLocks noGrp="1"/>
          </p:cNvSpPr>
          <p:nvPr>
            <p:ph/>
          </p:nvPr>
        </p:nvSpPr>
        <p:spPr>
          <a:xfrm>
            <a:off x="31176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104"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05" name="PlaceHolder 4"/>
          <p:cNvSpPr>
            <a:spLocks noGrp="1"/>
          </p:cNvSpPr>
          <p:nvPr>
            <p:ph/>
          </p:nvPr>
        </p:nvSpPr>
        <p:spPr>
          <a:xfrm>
            <a:off x="467712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3"/>
          </p:nvPr>
        </p:nvSpPr>
        <p:spPr/>
        <p:txBody>
          <a:bodyPr/>
          <a:p>
            <a:fld id="{AC12E9AC-3E9A-4E1D-90FE-4CEFA3470924}"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07"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08"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09" name="PlaceHolder 4"/>
          <p:cNvSpPr>
            <a:spLocks noGrp="1"/>
          </p:cNvSpPr>
          <p:nvPr>
            <p:ph/>
          </p:nvPr>
        </p:nvSpPr>
        <p:spPr>
          <a:xfrm>
            <a:off x="311760" y="297360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3"/>
          </p:nvPr>
        </p:nvSpPr>
        <p:spPr/>
        <p:txBody>
          <a:bodyPr/>
          <a:p>
            <a:fld id="{035835AB-2C87-4852-87AC-92807E0D3314}"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11" name="PlaceHolder 2"/>
          <p:cNvSpPr>
            <a:spLocks noGrp="1"/>
          </p:cNvSpPr>
          <p:nvPr>
            <p:ph/>
          </p:nvPr>
        </p:nvSpPr>
        <p:spPr>
          <a:xfrm>
            <a:off x="311760" y="122976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12" name="PlaceHolder 3"/>
          <p:cNvSpPr>
            <a:spLocks noGrp="1"/>
          </p:cNvSpPr>
          <p:nvPr>
            <p:ph/>
          </p:nvPr>
        </p:nvSpPr>
        <p:spPr>
          <a:xfrm>
            <a:off x="311760" y="297360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5" name="PlaceHolder 4"/>
          <p:cNvSpPr>
            <a:spLocks noGrp="1"/>
          </p:cNvSpPr>
          <p:nvPr>
            <p:ph type="sldNum" idx="3"/>
          </p:nvPr>
        </p:nvSpPr>
        <p:spPr/>
        <p:txBody>
          <a:bodyPr/>
          <a:p>
            <a:fld id="{8AD1F557-C037-459E-BDF7-DA16FD58538C}"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14"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15"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16" name="PlaceHolder 4"/>
          <p:cNvSpPr>
            <a:spLocks noGrp="1"/>
          </p:cNvSpPr>
          <p:nvPr>
            <p:ph/>
          </p:nvPr>
        </p:nvSpPr>
        <p:spPr>
          <a:xfrm>
            <a:off x="31176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17" name="PlaceHolder 5"/>
          <p:cNvSpPr>
            <a:spLocks noGrp="1"/>
          </p:cNvSpPr>
          <p:nvPr>
            <p:ph/>
          </p:nvPr>
        </p:nvSpPr>
        <p:spPr>
          <a:xfrm>
            <a:off x="467712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7" name="PlaceHolder 6"/>
          <p:cNvSpPr>
            <a:spLocks noGrp="1"/>
          </p:cNvSpPr>
          <p:nvPr>
            <p:ph type="sldNum" idx="3"/>
          </p:nvPr>
        </p:nvSpPr>
        <p:spPr/>
        <p:txBody>
          <a:bodyPr/>
          <a:p>
            <a:fld id="{BC1FFB54-93C7-43E0-907D-D861F2EE18F2}"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19" name="PlaceHolder 2"/>
          <p:cNvSpPr>
            <a:spLocks noGrp="1"/>
          </p:cNvSpPr>
          <p:nvPr>
            <p:ph/>
          </p:nvPr>
        </p:nvSpPr>
        <p:spPr>
          <a:xfrm>
            <a:off x="31176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20" name="PlaceHolder 3"/>
          <p:cNvSpPr>
            <a:spLocks noGrp="1"/>
          </p:cNvSpPr>
          <p:nvPr>
            <p:ph/>
          </p:nvPr>
        </p:nvSpPr>
        <p:spPr>
          <a:xfrm>
            <a:off x="319248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21" name="PlaceHolder 4"/>
          <p:cNvSpPr>
            <a:spLocks noGrp="1"/>
          </p:cNvSpPr>
          <p:nvPr>
            <p:ph/>
          </p:nvPr>
        </p:nvSpPr>
        <p:spPr>
          <a:xfrm>
            <a:off x="607320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22" name="PlaceHolder 5"/>
          <p:cNvSpPr>
            <a:spLocks noGrp="1"/>
          </p:cNvSpPr>
          <p:nvPr>
            <p:ph/>
          </p:nvPr>
        </p:nvSpPr>
        <p:spPr>
          <a:xfrm>
            <a:off x="31176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23" name="PlaceHolder 6"/>
          <p:cNvSpPr>
            <a:spLocks noGrp="1"/>
          </p:cNvSpPr>
          <p:nvPr>
            <p:ph/>
          </p:nvPr>
        </p:nvSpPr>
        <p:spPr>
          <a:xfrm>
            <a:off x="319248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24" name="PlaceHolder 7"/>
          <p:cNvSpPr>
            <a:spLocks noGrp="1"/>
          </p:cNvSpPr>
          <p:nvPr>
            <p:ph/>
          </p:nvPr>
        </p:nvSpPr>
        <p:spPr>
          <a:xfrm>
            <a:off x="607320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9" name="PlaceHolder 8"/>
          <p:cNvSpPr>
            <a:spLocks noGrp="1"/>
          </p:cNvSpPr>
          <p:nvPr>
            <p:ph type="sldNum" idx="3"/>
          </p:nvPr>
        </p:nvSpPr>
        <p:spPr/>
        <p:txBody>
          <a:bodyPr/>
          <a:p>
            <a:fld id="{53813B7D-9537-4659-B444-09D1C5E990E8}"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7D1601C4-F6C2-4B0E-A302-9EC6F9AB7A6F}"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4"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35" name="PlaceHolder 2"/>
          <p:cNvSpPr>
            <a:spLocks noGrp="1"/>
          </p:cNvSpPr>
          <p:nvPr>
            <p:ph type="subTitle"/>
          </p:nvPr>
        </p:nvSpPr>
        <p:spPr>
          <a:xfrm>
            <a:off x="311760" y="1229760"/>
            <a:ext cx="8519760" cy="3338280"/>
          </a:xfrm>
          <a:prstGeom prst="rect">
            <a:avLst/>
          </a:prstGeom>
          <a:noFill/>
          <a:ln w="0">
            <a:noFill/>
          </a:ln>
        </p:spPr>
        <p:txBody>
          <a:bodyPr lIns="0" rIns="0" tIns="0" bIns="0" anchor="ctr">
            <a:noAutofit/>
          </a:bodyPr>
          <a:p>
            <a:pPr algn="ctr">
              <a:buNone/>
            </a:pPr>
            <a:endParaRPr b="0" lang="es-AR" sz="3200" spc="-1" strike="noStrike">
              <a:latin typeface="Arial"/>
            </a:endParaRPr>
          </a:p>
        </p:txBody>
      </p:sp>
      <p:sp>
        <p:nvSpPr>
          <p:cNvPr id="4" name="PlaceHolder 3"/>
          <p:cNvSpPr>
            <a:spLocks noGrp="1"/>
          </p:cNvSpPr>
          <p:nvPr>
            <p:ph type="sldNum" idx="4"/>
          </p:nvPr>
        </p:nvSpPr>
        <p:spPr/>
        <p:txBody>
          <a:bodyPr/>
          <a:p>
            <a:fld id="{BAAF0D74-4E5F-4360-9B60-905DA5BA64DE}"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37" name="PlaceHolder 2"/>
          <p:cNvSpPr>
            <a:spLocks noGrp="1"/>
          </p:cNvSpPr>
          <p:nvPr>
            <p:ph/>
          </p:nvPr>
        </p:nvSpPr>
        <p:spPr>
          <a:xfrm>
            <a:off x="311760" y="1229760"/>
            <a:ext cx="8519760" cy="3338280"/>
          </a:xfrm>
          <a:prstGeom prst="rect">
            <a:avLst/>
          </a:prstGeom>
          <a:noFill/>
          <a:ln w="0">
            <a:noFill/>
          </a:ln>
        </p:spPr>
        <p:txBody>
          <a:bodyPr lIns="0" rIns="0" tIns="0" bIns="0" anchor="t">
            <a:normAutofit/>
          </a:bodyPr>
          <a:p>
            <a:endParaRPr b="0" lang="es-AR" sz="3200" spc="-1" strike="noStrike">
              <a:latin typeface="Arial"/>
            </a:endParaRPr>
          </a:p>
        </p:txBody>
      </p:sp>
      <p:sp>
        <p:nvSpPr>
          <p:cNvPr id="4" name="PlaceHolder 3"/>
          <p:cNvSpPr>
            <a:spLocks noGrp="1"/>
          </p:cNvSpPr>
          <p:nvPr>
            <p:ph type="sldNum" idx="4"/>
          </p:nvPr>
        </p:nvSpPr>
        <p:spPr/>
        <p:txBody>
          <a:bodyPr/>
          <a:p>
            <a:fld id="{D1B0A1A1-EEA3-477D-A2BE-8E088A25226C}"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39" name="PlaceHolder 2"/>
          <p:cNvSpPr>
            <a:spLocks noGrp="1"/>
          </p:cNvSpPr>
          <p:nvPr>
            <p:ph/>
          </p:nvPr>
        </p:nvSpPr>
        <p:spPr>
          <a:xfrm>
            <a:off x="31176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140" name="PlaceHolder 3"/>
          <p:cNvSpPr>
            <a:spLocks noGrp="1"/>
          </p:cNvSpPr>
          <p:nvPr>
            <p:ph/>
          </p:nvPr>
        </p:nvSpPr>
        <p:spPr>
          <a:xfrm>
            <a:off x="467712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5" name="PlaceHolder 4"/>
          <p:cNvSpPr>
            <a:spLocks noGrp="1"/>
          </p:cNvSpPr>
          <p:nvPr>
            <p:ph type="sldNum" idx="4"/>
          </p:nvPr>
        </p:nvSpPr>
        <p:spPr/>
        <p:txBody>
          <a:bodyPr/>
          <a:p>
            <a:fld id="{77225479-4B85-4FCC-82D6-875FBFBD1FCE}"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1"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3" name="PlaceHolder 2"/>
          <p:cNvSpPr>
            <a:spLocks noGrp="1"/>
          </p:cNvSpPr>
          <p:nvPr>
            <p:ph type="sldNum" idx="4"/>
          </p:nvPr>
        </p:nvSpPr>
        <p:spPr/>
        <p:txBody>
          <a:bodyPr/>
          <a:p>
            <a:fld id="{46A2D220-2F7E-487E-9972-A1E5209ABB28}"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2" name="PlaceHolder 1"/>
          <p:cNvSpPr>
            <a:spLocks noGrp="1"/>
          </p:cNvSpPr>
          <p:nvPr>
            <p:ph type="subTitle"/>
          </p:nvPr>
        </p:nvSpPr>
        <p:spPr>
          <a:xfrm>
            <a:off x="311760" y="410040"/>
            <a:ext cx="8519760" cy="2814840"/>
          </a:xfrm>
          <a:prstGeom prst="rect">
            <a:avLst/>
          </a:prstGeom>
          <a:noFill/>
          <a:ln w="0">
            <a:noFill/>
          </a:ln>
        </p:spPr>
        <p:txBody>
          <a:bodyPr lIns="0" rIns="0" tIns="0" bIns="0" anchor="ctr">
            <a:noAutofit/>
          </a:bodyPr>
          <a:p>
            <a:pPr algn="ctr">
              <a:buNone/>
            </a:pPr>
            <a:endParaRPr b="0" lang="es-AR" sz="3200" spc="-1" strike="noStrike">
              <a:latin typeface="Arial"/>
            </a:endParaRPr>
          </a:p>
        </p:txBody>
      </p:sp>
      <p:sp>
        <p:nvSpPr>
          <p:cNvPr id="3" name="PlaceHolder 2"/>
          <p:cNvSpPr>
            <a:spLocks noGrp="1"/>
          </p:cNvSpPr>
          <p:nvPr>
            <p:ph type="sldNum" idx="4"/>
          </p:nvPr>
        </p:nvSpPr>
        <p:spPr/>
        <p:txBody>
          <a:bodyPr/>
          <a:p>
            <a:fld id="{3F29BD46-FF44-4205-86EF-B65BE6030078}"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3"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44"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45" name="PlaceHolder 3"/>
          <p:cNvSpPr>
            <a:spLocks noGrp="1"/>
          </p:cNvSpPr>
          <p:nvPr>
            <p:ph/>
          </p:nvPr>
        </p:nvSpPr>
        <p:spPr>
          <a:xfrm>
            <a:off x="467712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146" name="PlaceHolder 4"/>
          <p:cNvSpPr>
            <a:spLocks noGrp="1"/>
          </p:cNvSpPr>
          <p:nvPr>
            <p:ph/>
          </p:nvPr>
        </p:nvSpPr>
        <p:spPr>
          <a:xfrm>
            <a:off x="31176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4"/>
          </p:nvPr>
        </p:nvSpPr>
        <p:spPr/>
        <p:txBody>
          <a:bodyPr/>
          <a:p>
            <a:fld id="{D387D4AF-C7CA-47EB-AB0A-882DEF4690EC}"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48" name="PlaceHolder 2"/>
          <p:cNvSpPr>
            <a:spLocks noGrp="1"/>
          </p:cNvSpPr>
          <p:nvPr>
            <p:ph/>
          </p:nvPr>
        </p:nvSpPr>
        <p:spPr>
          <a:xfrm>
            <a:off x="311760" y="1229760"/>
            <a:ext cx="4157280" cy="3338280"/>
          </a:xfrm>
          <a:prstGeom prst="rect">
            <a:avLst/>
          </a:prstGeom>
          <a:noFill/>
          <a:ln w="0">
            <a:noFill/>
          </a:ln>
        </p:spPr>
        <p:txBody>
          <a:bodyPr lIns="0" rIns="0" tIns="0" bIns="0" anchor="t">
            <a:normAutofit/>
          </a:bodyPr>
          <a:p>
            <a:endParaRPr b="0" lang="es-AR" sz="3200" spc="-1" strike="noStrike">
              <a:latin typeface="Arial"/>
            </a:endParaRPr>
          </a:p>
        </p:txBody>
      </p:sp>
      <p:sp>
        <p:nvSpPr>
          <p:cNvPr id="149"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50" name="PlaceHolder 4"/>
          <p:cNvSpPr>
            <a:spLocks noGrp="1"/>
          </p:cNvSpPr>
          <p:nvPr>
            <p:ph/>
          </p:nvPr>
        </p:nvSpPr>
        <p:spPr>
          <a:xfrm>
            <a:off x="467712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4"/>
          </p:nvPr>
        </p:nvSpPr>
        <p:spPr/>
        <p:txBody>
          <a:bodyPr/>
          <a:p>
            <a:fld id="{C7791234-3C33-4ACF-B5F7-52CF64D0805C}"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52"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53"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54" name="PlaceHolder 4"/>
          <p:cNvSpPr>
            <a:spLocks noGrp="1"/>
          </p:cNvSpPr>
          <p:nvPr>
            <p:ph/>
          </p:nvPr>
        </p:nvSpPr>
        <p:spPr>
          <a:xfrm>
            <a:off x="311760" y="297360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6" name="PlaceHolder 5"/>
          <p:cNvSpPr>
            <a:spLocks noGrp="1"/>
          </p:cNvSpPr>
          <p:nvPr>
            <p:ph type="sldNum" idx="4"/>
          </p:nvPr>
        </p:nvSpPr>
        <p:spPr/>
        <p:txBody>
          <a:bodyPr/>
          <a:p>
            <a:fld id="{25FE1B4E-CD7F-4E32-A9F7-BECB92670068}"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56" name="PlaceHolder 2"/>
          <p:cNvSpPr>
            <a:spLocks noGrp="1"/>
          </p:cNvSpPr>
          <p:nvPr>
            <p:ph/>
          </p:nvPr>
        </p:nvSpPr>
        <p:spPr>
          <a:xfrm>
            <a:off x="311760" y="122976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57" name="PlaceHolder 3"/>
          <p:cNvSpPr>
            <a:spLocks noGrp="1"/>
          </p:cNvSpPr>
          <p:nvPr>
            <p:ph/>
          </p:nvPr>
        </p:nvSpPr>
        <p:spPr>
          <a:xfrm>
            <a:off x="311760" y="2973600"/>
            <a:ext cx="8519760" cy="1592280"/>
          </a:xfrm>
          <a:prstGeom prst="rect">
            <a:avLst/>
          </a:prstGeom>
          <a:noFill/>
          <a:ln w="0">
            <a:noFill/>
          </a:ln>
        </p:spPr>
        <p:txBody>
          <a:bodyPr lIns="0" rIns="0" tIns="0" bIns="0" anchor="t">
            <a:normAutofit/>
          </a:bodyPr>
          <a:p>
            <a:endParaRPr b="0" lang="es-AR" sz="3200" spc="-1" strike="noStrike">
              <a:latin typeface="Arial"/>
            </a:endParaRPr>
          </a:p>
        </p:txBody>
      </p:sp>
      <p:sp>
        <p:nvSpPr>
          <p:cNvPr id="5" name="PlaceHolder 4"/>
          <p:cNvSpPr>
            <a:spLocks noGrp="1"/>
          </p:cNvSpPr>
          <p:nvPr>
            <p:ph type="sldNum" idx="4"/>
          </p:nvPr>
        </p:nvSpPr>
        <p:spPr/>
        <p:txBody>
          <a:bodyPr/>
          <a:p>
            <a:fld id="{F9635F26-0C2C-4B95-8D6B-3A864374EA60}"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59" name="PlaceHolder 2"/>
          <p:cNvSpPr>
            <a:spLocks noGrp="1"/>
          </p:cNvSpPr>
          <p:nvPr>
            <p:ph/>
          </p:nvPr>
        </p:nvSpPr>
        <p:spPr>
          <a:xfrm>
            <a:off x="31176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60" name="PlaceHolder 3"/>
          <p:cNvSpPr>
            <a:spLocks noGrp="1"/>
          </p:cNvSpPr>
          <p:nvPr>
            <p:ph/>
          </p:nvPr>
        </p:nvSpPr>
        <p:spPr>
          <a:xfrm>
            <a:off x="4677120" y="122976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61" name="PlaceHolder 4"/>
          <p:cNvSpPr>
            <a:spLocks noGrp="1"/>
          </p:cNvSpPr>
          <p:nvPr>
            <p:ph/>
          </p:nvPr>
        </p:nvSpPr>
        <p:spPr>
          <a:xfrm>
            <a:off x="31176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62" name="PlaceHolder 5"/>
          <p:cNvSpPr>
            <a:spLocks noGrp="1"/>
          </p:cNvSpPr>
          <p:nvPr>
            <p:ph/>
          </p:nvPr>
        </p:nvSpPr>
        <p:spPr>
          <a:xfrm>
            <a:off x="4677120" y="2973600"/>
            <a:ext cx="4157280" cy="1592280"/>
          </a:xfrm>
          <a:prstGeom prst="rect">
            <a:avLst/>
          </a:prstGeom>
          <a:noFill/>
          <a:ln w="0">
            <a:noFill/>
          </a:ln>
        </p:spPr>
        <p:txBody>
          <a:bodyPr lIns="0" rIns="0" tIns="0" bIns="0" anchor="t">
            <a:normAutofit/>
          </a:bodyPr>
          <a:p>
            <a:endParaRPr b="0" lang="es-AR" sz="3200" spc="-1" strike="noStrike">
              <a:latin typeface="Arial"/>
            </a:endParaRPr>
          </a:p>
        </p:txBody>
      </p:sp>
      <p:sp>
        <p:nvSpPr>
          <p:cNvPr id="7" name="PlaceHolder 6"/>
          <p:cNvSpPr>
            <a:spLocks noGrp="1"/>
          </p:cNvSpPr>
          <p:nvPr>
            <p:ph type="sldNum" idx="4"/>
          </p:nvPr>
        </p:nvSpPr>
        <p:spPr/>
        <p:txBody>
          <a:bodyPr/>
          <a:p>
            <a:fld id="{EA503DA5-07DA-4D27-915F-396182DE3058}"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311760" y="401040"/>
            <a:ext cx="8519760" cy="625320"/>
          </a:xfrm>
          <a:prstGeom prst="rect">
            <a:avLst/>
          </a:prstGeom>
          <a:noFill/>
          <a:ln w="0">
            <a:noFill/>
          </a:ln>
        </p:spPr>
        <p:txBody>
          <a:bodyPr lIns="0" rIns="0" tIns="0" bIns="0" anchor="ctr">
            <a:noAutofit/>
          </a:bodyPr>
          <a:p>
            <a:pPr algn="ctr">
              <a:buNone/>
            </a:pPr>
            <a:endParaRPr b="0" lang="es-AR" sz="4400" spc="-1" strike="noStrike">
              <a:latin typeface="Arial"/>
            </a:endParaRPr>
          </a:p>
        </p:txBody>
      </p:sp>
      <p:sp>
        <p:nvSpPr>
          <p:cNvPr id="164" name="PlaceHolder 2"/>
          <p:cNvSpPr>
            <a:spLocks noGrp="1"/>
          </p:cNvSpPr>
          <p:nvPr>
            <p:ph/>
          </p:nvPr>
        </p:nvSpPr>
        <p:spPr>
          <a:xfrm>
            <a:off x="31176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65" name="PlaceHolder 3"/>
          <p:cNvSpPr>
            <a:spLocks noGrp="1"/>
          </p:cNvSpPr>
          <p:nvPr>
            <p:ph/>
          </p:nvPr>
        </p:nvSpPr>
        <p:spPr>
          <a:xfrm>
            <a:off x="319248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66" name="PlaceHolder 4"/>
          <p:cNvSpPr>
            <a:spLocks noGrp="1"/>
          </p:cNvSpPr>
          <p:nvPr>
            <p:ph/>
          </p:nvPr>
        </p:nvSpPr>
        <p:spPr>
          <a:xfrm>
            <a:off x="6073200" y="122976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67" name="PlaceHolder 5"/>
          <p:cNvSpPr>
            <a:spLocks noGrp="1"/>
          </p:cNvSpPr>
          <p:nvPr>
            <p:ph/>
          </p:nvPr>
        </p:nvSpPr>
        <p:spPr>
          <a:xfrm>
            <a:off x="31176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68" name="PlaceHolder 6"/>
          <p:cNvSpPr>
            <a:spLocks noGrp="1"/>
          </p:cNvSpPr>
          <p:nvPr>
            <p:ph/>
          </p:nvPr>
        </p:nvSpPr>
        <p:spPr>
          <a:xfrm>
            <a:off x="319248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169" name="PlaceHolder 7"/>
          <p:cNvSpPr>
            <a:spLocks noGrp="1"/>
          </p:cNvSpPr>
          <p:nvPr>
            <p:ph/>
          </p:nvPr>
        </p:nvSpPr>
        <p:spPr>
          <a:xfrm>
            <a:off x="6073200" y="2973600"/>
            <a:ext cx="2743200" cy="1592280"/>
          </a:xfrm>
          <a:prstGeom prst="rect">
            <a:avLst/>
          </a:prstGeom>
          <a:noFill/>
          <a:ln w="0">
            <a:noFill/>
          </a:ln>
        </p:spPr>
        <p:txBody>
          <a:bodyPr lIns="0" rIns="0" tIns="0" bIns="0" anchor="t">
            <a:normAutofit/>
          </a:bodyPr>
          <a:p>
            <a:endParaRPr b="0" lang="es-AR" sz="3200" spc="-1" strike="noStrike">
              <a:latin typeface="Arial"/>
            </a:endParaRPr>
          </a:p>
        </p:txBody>
      </p:sp>
      <p:sp>
        <p:nvSpPr>
          <p:cNvPr id="9" name="PlaceHolder 8"/>
          <p:cNvSpPr>
            <a:spLocks noGrp="1"/>
          </p:cNvSpPr>
          <p:nvPr>
            <p:ph type="sldNum" idx="4"/>
          </p:nvPr>
        </p:nvSpPr>
        <p:spPr/>
        <p:txBody>
          <a:bodyPr/>
          <a:p>
            <a:fld id="{99FA62FB-3547-448D-AF6B-0BF75C2678E8}"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a3990"/>
        </a:solidFill>
      </p:bgPr>
    </p:bg>
    <p:spTree>
      <p:nvGrpSpPr>
        <p:cNvPr id="1" name=""/>
        <p:cNvGrpSpPr/>
        <p:nvPr/>
      </p:nvGrpSpPr>
      <p:grpSpPr>
        <a:xfrm>
          <a:off x="0" y="0"/>
          <a:ext cx="0" cy="0"/>
          <a:chOff x="0" y="0"/>
          <a:chExt cx="0" cy="0"/>
        </a:xfrm>
      </p:grpSpPr>
      <p:grpSp>
        <p:nvGrpSpPr>
          <p:cNvPr id="0" name="Google Shape;10;p2"/>
          <p:cNvGrpSpPr/>
          <p:nvPr/>
        </p:nvGrpSpPr>
        <p:grpSpPr>
          <a:xfrm>
            <a:off x="6099120" y="0"/>
            <a:ext cx="3044880" cy="2030400"/>
            <a:chOff x="6099120" y="0"/>
            <a:chExt cx="3044880" cy="2030400"/>
          </a:xfrm>
        </p:grpSpPr>
        <p:sp>
          <p:nvSpPr>
            <p:cNvPr id="1" name="Google Shape;11;p2"/>
            <p:cNvSpPr/>
            <p:nvPr/>
          </p:nvSpPr>
          <p:spPr>
            <a:xfrm>
              <a:off x="8128800" y="0"/>
              <a:ext cx="1014480" cy="1014480"/>
            </a:xfrm>
            <a:prstGeom prst="rect">
              <a:avLst/>
            </a:prstGeom>
            <a:solidFill>
              <a:schemeClr val="accent1"/>
            </a:solidFill>
            <a:ln w="0">
              <a:noFill/>
            </a:ln>
          </p:spPr>
          <p:style>
            <a:lnRef idx="0"/>
            <a:fillRef idx="0"/>
            <a:effectRef idx="0"/>
            <a:fontRef idx="minor"/>
          </p:style>
        </p:sp>
        <p:sp>
          <p:nvSpPr>
            <p:cNvPr id="2" name="Google Shape;12;p2"/>
            <p:cNvSpPr/>
            <p:nvPr/>
          </p:nvSpPr>
          <p:spPr>
            <a:xfrm flipH="1">
              <a:off x="7112880" y="0"/>
              <a:ext cx="1014480" cy="1014480"/>
            </a:xfrm>
            <a:prstGeom prst="rtTriangle">
              <a:avLst/>
            </a:prstGeom>
            <a:solidFill>
              <a:schemeClr val="accent2"/>
            </a:solidFill>
            <a:ln w="0">
              <a:noFill/>
            </a:ln>
          </p:spPr>
          <p:style>
            <a:lnRef idx="0"/>
            <a:fillRef idx="0"/>
            <a:effectRef idx="0"/>
            <a:fontRef idx="minor"/>
          </p:style>
        </p:sp>
        <p:sp>
          <p:nvSpPr>
            <p:cNvPr id="3" name="Google Shape;13;p2"/>
            <p:cNvSpPr/>
            <p:nvPr/>
          </p:nvSpPr>
          <p:spPr>
            <a:xfrm flipH="1" rot="10800000">
              <a:off x="7113600" y="720"/>
              <a:ext cx="1014480" cy="1014480"/>
            </a:xfrm>
            <a:prstGeom prst="rtTriangle">
              <a:avLst/>
            </a:prstGeom>
            <a:solidFill>
              <a:schemeClr val="accent6"/>
            </a:solidFill>
            <a:ln w="0">
              <a:noFill/>
            </a:ln>
          </p:spPr>
          <p:style>
            <a:lnRef idx="0"/>
            <a:fillRef idx="0"/>
            <a:effectRef idx="0"/>
            <a:fontRef idx="minor"/>
          </p:style>
        </p:sp>
        <p:sp>
          <p:nvSpPr>
            <p:cNvPr id="4" name="Google Shape;14;p2"/>
            <p:cNvSpPr/>
            <p:nvPr/>
          </p:nvSpPr>
          <p:spPr>
            <a:xfrm rot="10800000">
              <a:off x="6099120" y="720"/>
              <a:ext cx="1014480" cy="1014480"/>
            </a:xfrm>
            <a:prstGeom prst="rtTriangle">
              <a:avLst/>
            </a:prstGeom>
            <a:solidFill>
              <a:schemeClr val="accent1"/>
            </a:solidFill>
            <a:ln w="0">
              <a:noFill/>
            </a:ln>
          </p:spPr>
          <p:style>
            <a:lnRef idx="0"/>
            <a:fillRef idx="0"/>
            <a:effectRef idx="0"/>
            <a:fontRef idx="minor"/>
          </p:style>
        </p:sp>
        <p:sp>
          <p:nvSpPr>
            <p:cNvPr id="5" name="Google Shape;15;p2"/>
            <p:cNvSpPr/>
            <p:nvPr/>
          </p:nvSpPr>
          <p:spPr>
            <a:xfrm rot="10800000">
              <a:off x="8129520" y="1015920"/>
              <a:ext cx="1014480" cy="1014480"/>
            </a:xfrm>
            <a:prstGeom prst="rtTriangle">
              <a:avLst/>
            </a:prstGeom>
            <a:solidFill>
              <a:schemeClr val="accent6"/>
            </a:solidFill>
            <a:ln w="0">
              <a:noFill/>
            </a:ln>
          </p:spPr>
          <p:style>
            <a:lnRef idx="0"/>
            <a:fillRef idx="0"/>
            <a:effectRef idx="0"/>
            <a:fontRef idx="minor"/>
          </p:style>
        </p:sp>
      </p:grpSp>
      <p:sp>
        <p:nvSpPr>
          <p:cNvPr id="6" name="PlaceHolder 1"/>
          <p:cNvSpPr>
            <a:spLocks noGrp="1"/>
          </p:cNvSpPr>
          <p:nvPr>
            <p:ph type="title"/>
          </p:nvPr>
        </p:nvSpPr>
        <p:spPr>
          <a:xfrm>
            <a:off x="311760" y="410040"/>
            <a:ext cx="8519760" cy="606960"/>
          </a:xfrm>
          <a:prstGeom prst="rect">
            <a:avLst/>
          </a:prstGeom>
          <a:noFill/>
          <a:ln w="0">
            <a:noFill/>
          </a:ln>
        </p:spPr>
        <p:txBody>
          <a:bodyPr lIns="0" rIns="0" tIns="0" bIns="0" anchor="ctr">
            <a:noAutofit/>
          </a:bodyPr>
          <a:p>
            <a:r>
              <a:rPr b="0" lang="es-AR" sz="1800" spc="-1" strike="noStrike">
                <a:latin typeface="Arial"/>
              </a:rPr>
              <a:t>Pulse para editar el formato del texto de título</a:t>
            </a:r>
            <a:endParaRPr b="0" lang="es-AR" sz="1800" spc="-1" strike="noStrike">
              <a:latin typeface="Arial"/>
            </a:endParaRPr>
          </a:p>
        </p:txBody>
      </p:sp>
      <p:sp>
        <p:nvSpPr>
          <p:cNvPr id="7" name="PlaceHolder 2"/>
          <p:cNvSpPr>
            <a:spLocks noGrp="1"/>
          </p:cNvSpPr>
          <p:nvPr>
            <p:ph type="sldNum" idx="1"/>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67105307-8749-4775-B220-51B488B6744C}" type="slidenum">
              <a:rPr b="0" lang="es" sz="1000" spc="-1" strike="noStrike">
                <a:solidFill>
                  <a:srgbClr val="ffffff"/>
                </a:solidFill>
                <a:latin typeface="Roboto"/>
                <a:ea typeface="Roboto"/>
              </a:rPr>
              <a:t>&lt;número&gt;</a:t>
            </a:fld>
            <a:endParaRPr b="0" lang="es-AR" sz="1000" spc="-1" strike="noStrike">
              <a:latin typeface="Times New Roman"/>
            </a:endParaRPr>
          </a:p>
        </p:txBody>
      </p:sp>
      <p:sp>
        <p:nvSpPr>
          <p:cNvPr id="8"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fontScale="92000"/>
          </a:bodyPr>
          <a:p>
            <a:pPr marL="432000" indent="-324000">
              <a:spcBef>
                <a:spcPts val="1417"/>
              </a:spcBef>
              <a:buClr>
                <a:srgbClr val="ffffff"/>
              </a:buClr>
              <a:buSzPct val="45000"/>
              <a:buFont typeface="Wingdings" charset="2"/>
              <a:buChar char=""/>
            </a:pPr>
            <a:r>
              <a:rPr b="0" lang="es-AR" sz="3200" spc="-1" strike="noStrike">
                <a:latin typeface="Arial"/>
              </a:rPr>
              <a:t>Pulse para editar el </a:t>
            </a:r>
            <a:r>
              <a:rPr b="0" lang="es-AR" sz="3200" spc="-1" strike="noStrike">
                <a:latin typeface="Arial"/>
              </a:rPr>
              <a:t>formato de texto del </a:t>
            </a:r>
            <a:r>
              <a:rPr b="0" lang="es-AR" sz="3200" spc="-1" strike="noStrike">
                <a:latin typeface="Arial"/>
              </a:rPr>
              <a:t>esquema</a:t>
            </a:r>
            <a:endParaRPr b="0" lang="es-AR" sz="3200" spc="-1" strike="noStrike">
              <a:latin typeface="Arial"/>
            </a:endParaRPr>
          </a:p>
          <a:p>
            <a:pPr lvl="1" marL="864000" indent="-324000">
              <a:spcBef>
                <a:spcPts val="1134"/>
              </a:spcBef>
              <a:buClr>
                <a:srgbClr val="ffffff"/>
              </a:buClr>
              <a:buSzPct val="75000"/>
              <a:buFont typeface="Symbol" charset="2"/>
              <a:buChar char=""/>
            </a:pPr>
            <a:r>
              <a:rPr b="0" lang="es-AR" sz="2800" spc="-1" strike="noStrike">
                <a:latin typeface="Arial"/>
              </a:rPr>
              <a:t>Segundo nivel del </a:t>
            </a:r>
            <a:r>
              <a:rPr b="0" lang="es-AR" sz="2800" spc="-1" strike="noStrike">
                <a:latin typeface="Arial"/>
              </a:rPr>
              <a:t>esquema</a:t>
            </a:r>
            <a:endParaRPr b="0" lang="es-AR" sz="2800" spc="-1" strike="noStrike">
              <a:latin typeface="Arial"/>
            </a:endParaRPr>
          </a:p>
          <a:p>
            <a:pPr lvl="2" marL="1296000" indent="-288000">
              <a:spcBef>
                <a:spcPts val="850"/>
              </a:spcBef>
              <a:buClr>
                <a:srgbClr val="ffffff"/>
              </a:buClr>
              <a:buSzPct val="45000"/>
              <a:buFont typeface="Wingdings" charset="2"/>
              <a:buChar char=""/>
            </a:pPr>
            <a:r>
              <a:rPr b="0" lang="es-AR" sz="2400" spc="-1" strike="noStrike">
                <a:latin typeface="Arial"/>
              </a:rPr>
              <a:t>Tercer nivel del </a:t>
            </a:r>
            <a:r>
              <a:rPr b="0" lang="es-AR" sz="2400" spc="-1" strike="noStrike">
                <a:latin typeface="Arial"/>
              </a:rPr>
              <a:t>esquema</a:t>
            </a:r>
            <a:endParaRPr b="0" lang="es-AR" sz="2400" spc="-1" strike="noStrike">
              <a:latin typeface="Arial"/>
            </a:endParaRPr>
          </a:p>
          <a:p>
            <a:pPr lvl="3" marL="1728000" indent="-216000">
              <a:spcBef>
                <a:spcPts val="567"/>
              </a:spcBef>
              <a:buClr>
                <a:srgbClr val="ffffff"/>
              </a:buClr>
              <a:buSzPct val="75000"/>
              <a:buFont typeface="Symbol" charset="2"/>
              <a:buChar char=""/>
            </a:pPr>
            <a:r>
              <a:rPr b="0" lang="es-AR" sz="2000" spc="-1" strike="noStrike">
                <a:latin typeface="Arial"/>
              </a:rPr>
              <a:t>Cuarto nivel del </a:t>
            </a:r>
            <a:r>
              <a:rPr b="0" lang="es-AR" sz="2000" spc="-1" strike="noStrike">
                <a:latin typeface="Arial"/>
              </a:rPr>
              <a:t>esquema</a:t>
            </a:r>
            <a:endParaRPr b="0" lang="es-AR" sz="2000" spc="-1" strike="noStrike">
              <a:latin typeface="Arial"/>
            </a:endParaRPr>
          </a:p>
          <a:p>
            <a:pPr lvl="4" marL="2160000" indent="-216000">
              <a:spcBef>
                <a:spcPts val="283"/>
              </a:spcBef>
              <a:buClr>
                <a:srgbClr val="ffffff"/>
              </a:buClr>
              <a:buSzPct val="45000"/>
              <a:buFont typeface="Wingdings" charset="2"/>
              <a:buChar char=""/>
            </a:pPr>
            <a:r>
              <a:rPr b="0" lang="es-AR" sz="2000" spc="-1" strike="noStrike">
                <a:latin typeface="Arial"/>
              </a:rPr>
              <a:t>Quinto nivel del </a:t>
            </a:r>
            <a:r>
              <a:rPr b="0" lang="es-AR" sz="2000" spc="-1" strike="noStrike">
                <a:latin typeface="Arial"/>
              </a:rPr>
              <a:t>esquema</a:t>
            </a:r>
            <a:endParaRPr b="0" lang="es-AR" sz="2000" spc="-1" strike="noStrike">
              <a:latin typeface="Arial"/>
            </a:endParaRPr>
          </a:p>
          <a:p>
            <a:pPr lvl="5" marL="2592000" indent="-216000">
              <a:spcBef>
                <a:spcPts val="283"/>
              </a:spcBef>
              <a:buClr>
                <a:srgbClr val="ffffff"/>
              </a:buClr>
              <a:buSzPct val="45000"/>
              <a:buFont typeface="Wingdings" charset="2"/>
              <a:buChar char=""/>
            </a:pPr>
            <a:r>
              <a:rPr b="0" lang="es-AR" sz="2000" spc="-1" strike="noStrike">
                <a:latin typeface="Arial"/>
              </a:rPr>
              <a:t>Sexto nivel del </a:t>
            </a:r>
            <a:r>
              <a:rPr b="0" lang="es-AR" sz="2000" spc="-1" strike="noStrike">
                <a:latin typeface="Arial"/>
              </a:rPr>
              <a:t>esquema</a:t>
            </a:r>
            <a:endParaRPr b="0" lang="es-AR" sz="2000" spc="-1" strike="noStrike">
              <a:latin typeface="Arial"/>
            </a:endParaRPr>
          </a:p>
          <a:p>
            <a:pPr lvl="6" marL="3024000" indent="-216000">
              <a:spcBef>
                <a:spcPts val="283"/>
              </a:spcBef>
              <a:buClr>
                <a:srgbClr val="ffffff"/>
              </a:buClr>
              <a:buSzPct val="45000"/>
              <a:buFont typeface="Wingdings" charset="2"/>
              <a:buChar char=""/>
            </a:pPr>
            <a:r>
              <a:rPr b="0" lang="es-AR" sz="2000" spc="-1" strike="noStrike">
                <a:latin typeface="Arial"/>
              </a:rPr>
              <a:t>Séptimo </a:t>
            </a:r>
            <a:r>
              <a:rPr b="0" lang="es-AR" sz="2000" spc="-1" strike="noStrike">
                <a:latin typeface="Arial"/>
              </a:rPr>
              <a:t>nivel del </a:t>
            </a:r>
            <a:r>
              <a:rPr b="0" lang="es-AR" sz="2000" spc="-1" strike="noStrike">
                <a:latin typeface="Arial"/>
              </a:rPr>
              <a:t>esquema</a:t>
            </a:r>
            <a:endParaRPr b="0" lang="es-AR"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Google Shape;60;p9"/>
          <p:cNvSpPr/>
          <p:nvPr/>
        </p:nvSpPr>
        <p:spPr>
          <a:xfrm>
            <a:off x="4572000" y="0"/>
            <a:ext cx="4571280" cy="5142960"/>
          </a:xfrm>
          <a:prstGeom prst="rect">
            <a:avLst/>
          </a:prstGeom>
          <a:solidFill>
            <a:schemeClr val="dk1"/>
          </a:solidFill>
          <a:ln w="0">
            <a:noFill/>
          </a:ln>
        </p:spPr>
        <p:style>
          <a:lnRef idx="0"/>
          <a:fillRef idx="0"/>
          <a:effectRef idx="0"/>
          <a:fontRef idx="minor"/>
        </p:style>
      </p:sp>
      <p:sp>
        <p:nvSpPr>
          <p:cNvPr id="46" name="Google Shape;61;p9"/>
          <p:cNvSpPr/>
          <p:nvPr/>
        </p:nvSpPr>
        <p:spPr>
          <a:xfrm>
            <a:off x="5029560" y="4495680"/>
            <a:ext cx="467640" cy="360"/>
          </a:xfrm>
          <a:custGeom>
            <a:avLst/>
            <a:gdLst/>
            <a:ahLst/>
            <a:rect l="l" t="t" r="r" b="b"/>
            <a:pathLst>
              <a:path w="21600" h="21600">
                <a:moveTo>
                  <a:pt x="0" y="0"/>
                </a:moveTo>
                <a:lnTo>
                  <a:pt x="21600" y="21600"/>
                </a:lnTo>
              </a:path>
            </a:pathLst>
          </a:custGeom>
          <a:noFill/>
          <a:ln w="19050">
            <a:solidFill>
              <a:srgbClr val="ffffff"/>
            </a:solidFill>
            <a:round/>
          </a:ln>
        </p:spPr>
        <p:style>
          <a:lnRef idx="0"/>
          <a:fillRef idx="0"/>
          <a:effectRef idx="0"/>
          <a:fontRef idx="minor"/>
        </p:style>
      </p:sp>
      <p:sp>
        <p:nvSpPr>
          <p:cNvPr id="47" name="PlaceHolder 1"/>
          <p:cNvSpPr>
            <a:spLocks noGrp="1"/>
          </p:cNvSpPr>
          <p:nvPr>
            <p:ph type="sldNum" idx="2"/>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28779DC4-6B7D-4088-9B3B-6A60CDD24932}" type="slidenum">
              <a:rPr b="0" lang="es" sz="1000" spc="-1" strike="noStrike">
                <a:solidFill>
                  <a:srgbClr val="ffffff"/>
                </a:solidFill>
                <a:latin typeface="Roboto"/>
                <a:ea typeface="Roboto"/>
              </a:rPr>
              <a:t>&lt;número&gt;</a:t>
            </a:fld>
            <a:endParaRPr b="0" lang="es-AR" sz="1000" spc="-1" strike="noStrike">
              <a:latin typeface="Times New Roman"/>
            </a:endParaRPr>
          </a:p>
        </p:txBody>
      </p:sp>
      <p:sp>
        <p:nvSpPr>
          <p:cNvPr id="48"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s-AR" sz="4400" spc="-1" strike="noStrike">
                <a:latin typeface="Arial"/>
              </a:rPr>
              <a:t>Pulse para editar el formato del texto de título</a:t>
            </a:r>
            <a:endParaRPr b="0" lang="es-AR" sz="4400" spc="-1" strike="noStrike">
              <a:latin typeface="Arial"/>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fontScale="92000"/>
          </a:bodyPr>
          <a:p>
            <a:pPr marL="432000" indent="-324000">
              <a:spcBef>
                <a:spcPts val="1417"/>
              </a:spcBef>
              <a:buClr>
                <a:srgbClr val="000000"/>
              </a:buClr>
              <a:buSzPct val="45000"/>
              <a:buFont typeface="Wingdings" charset="2"/>
              <a:buChar char=""/>
            </a:pPr>
            <a:r>
              <a:rPr b="0" lang="es-AR" sz="3200" spc="-1" strike="noStrike">
                <a:latin typeface="Arial"/>
              </a:rPr>
              <a:t>Pulse para editar el </a:t>
            </a:r>
            <a:r>
              <a:rPr b="0" lang="es-AR" sz="3200" spc="-1" strike="noStrike">
                <a:latin typeface="Arial"/>
              </a:rPr>
              <a:t>formato de texto del </a:t>
            </a:r>
            <a:r>
              <a:rPr b="0" lang="es-AR" sz="3200" spc="-1" strike="noStrike">
                <a:latin typeface="Arial"/>
              </a:rPr>
              <a:t>esquema</a:t>
            </a:r>
            <a:endParaRPr b="0" lang="es-AR" sz="3200" spc="-1" strike="noStrike">
              <a:latin typeface="Arial"/>
            </a:endParaRPr>
          </a:p>
          <a:p>
            <a:pPr lvl="1" marL="864000" indent="-324000">
              <a:spcBef>
                <a:spcPts val="1134"/>
              </a:spcBef>
              <a:buClr>
                <a:srgbClr val="000000"/>
              </a:buClr>
              <a:buSzPct val="75000"/>
              <a:buFont typeface="Symbol" charset="2"/>
              <a:buChar char=""/>
            </a:pPr>
            <a:r>
              <a:rPr b="0" lang="es-AR" sz="2800" spc="-1" strike="noStrike">
                <a:latin typeface="Arial"/>
              </a:rPr>
              <a:t>Segundo nivel del </a:t>
            </a:r>
            <a:r>
              <a:rPr b="0" lang="es-AR" sz="2800" spc="-1" strike="noStrike">
                <a:latin typeface="Arial"/>
              </a:rPr>
              <a:t>esquema</a:t>
            </a:r>
            <a:endParaRPr b="0" lang="es-AR" sz="2800" spc="-1" strike="noStrike">
              <a:latin typeface="Arial"/>
            </a:endParaRPr>
          </a:p>
          <a:p>
            <a:pPr lvl="2" marL="1296000" indent="-288000">
              <a:spcBef>
                <a:spcPts val="850"/>
              </a:spcBef>
              <a:buClr>
                <a:srgbClr val="000000"/>
              </a:buClr>
              <a:buSzPct val="45000"/>
              <a:buFont typeface="Wingdings" charset="2"/>
              <a:buChar char=""/>
            </a:pPr>
            <a:r>
              <a:rPr b="0" lang="es-AR" sz="2400" spc="-1" strike="noStrike">
                <a:latin typeface="Arial"/>
              </a:rPr>
              <a:t>Tercer nivel del </a:t>
            </a:r>
            <a:r>
              <a:rPr b="0" lang="es-AR" sz="2400" spc="-1" strike="noStrike">
                <a:latin typeface="Arial"/>
              </a:rPr>
              <a:t>esquema</a:t>
            </a:r>
            <a:endParaRPr b="0" lang="es-AR" sz="2400" spc="-1" strike="noStrike">
              <a:latin typeface="Arial"/>
            </a:endParaRPr>
          </a:p>
          <a:p>
            <a:pPr lvl="3" marL="1728000" indent="-216000">
              <a:spcBef>
                <a:spcPts val="567"/>
              </a:spcBef>
              <a:buClr>
                <a:srgbClr val="000000"/>
              </a:buClr>
              <a:buSzPct val="75000"/>
              <a:buFont typeface="Symbol" charset="2"/>
              <a:buChar char=""/>
            </a:pPr>
            <a:r>
              <a:rPr b="0" lang="es-AR" sz="2000" spc="-1" strike="noStrike">
                <a:latin typeface="Arial"/>
              </a:rPr>
              <a:t>Cuarto nivel del </a:t>
            </a:r>
            <a:r>
              <a:rPr b="0" lang="es-AR" sz="2000" spc="-1" strike="noStrike">
                <a:latin typeface="Arial"/>
              </a:rPr>
              <a:t>esquema</a:t>
            </a:r>
            <a:endParaRPr b="0" lang="es-AR" sz="2000" spc="-1" strike="noStrike">
              <a:latin typeface="Arial"/>
            </a:endParaRPr>
          </a:p>
          <a:p>
            <a:pPr lvl="4" marL="2160000" indent="-216000">
              <a:spcBef>
                <a:spcPts val="283"/>
              </a:spcBef>
              <a:buClr>
                <a:srgbClr val="000000"/>
              </a:buClr>
              <a:buSzPct val="45000"/>
              <a:buFont typeface="Wingdings" charset="2"/>
              <a:buChar char=""/>
            </a:pPr>
            <a:r>
              <a:rPr b="0" lang="es-AR" sz="2000" spc="-1" strike="noStrike">
                <a:latin typeface="Arial"/>
              </a:rPr>
              <a:t>Quinto nivel del </a:t>
            </a:r>
            <a:r>
              <a:rPr b="0" lang="es-AR" sz="2000" spc="-1" strike="noStrike">
                <a:latin typeface="Arial"/>
              </a:rPr>
              <a:t>esquema</a:t>
            </a:r>
            <a:endParaRPr b="0" lang="es-AR" sz="2000" spc="-1" strike="noStrike">
              <a:latin typeface="Arial"/>
            </a:endParaRPr>
          </a:p>
          <a:p>
            <a:pPr lvl="5" marL="2592000" indent="-216000">
              <a:spcBef>
                <a:spcPts val="283"/>
              </a:spcBef>
              <a:buClr>
                <a:srgbClr val="000000"/>
              </a:buClr>
              <a:buSzPct val="45000"/>
              <a:buFont typeface="Wingdings" charset="2"/>
              <a:buChar char=""/>
            </a:pPr>
            <a:r>
              <a:rPr b="0" lang="es-AR" sz="2000" spc="-1" strike="noStrike">
                <a:latin typeface="Arial"/>
              </a:rPr>
              <a:t>Sexto nivel del </a:t>
            </a:r>
            <a:r>
              <a:rPr b="0" lang="es-AR" sz="2000" spc="-1" strike="noStrike">
                <a:latin typeface="Arial"/>
              </a:rPr>
              <a:t>esquema</a:t>
            </a:r>
            <a:endParaRPr b="0" lang="es-AR" sz="2000" spc="-1" strike="noStrike">
              <a:latin typeface="Arial"/>
            </a:endParaRPr>
          </a:p>
          <a:p>
            <a:pPr lvl="6" marL="3024000" indent="-216000">
              <a:spcBef>
                <a:spcPts val="283"/>
              </a:spcBef>
              <a:buClr>
                <a:srgbClr val="000000"/>
              </a:buClr>
              <a:buSzPct val="45000"/>
              <a:buFont typeface="Wingdings" charset="2"/>
              <a:buChar char=""/>
            </a:pPr>
            <a:r>
              <a:rPr b="0" lang="es-AR" sz="2000" spc="-1" strike="noStrike">
                <a:latin typeface="Arial"/>
              </a:rPr>
              <a:t>Séptimo </a:t>
            </a:r>
            <a:r>
              <a:rPr b="0" lang="es-AR" sz="2000" spc="-1" strike="noStrike">
                <a:latin typeface="Arial"/>
              </a:rPr>
              <a:t>nivel del </a:t>
            </a:r>
            <a:r>
              <a:rPr b="0" lang="es-AR" sz="2000" spc="-1" strike="noStrike">
                <a:latin typeface="Arial"/>
              </a:rPr>
              <a:t>esquema</a:t>
            </a:r>
            <a:endParaRPr b="0" lang="es-AR"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311760" y="410040"/>
            <a:ext cx="8519760" cy="606960"/>
          </a:xfrm>
          <a:prstGeom prst="rect">
            <a:avLst/>
          </a:prstGeom>
          <a:noFill/>
          <a:ln w="0">
            <a:noFill/>
          </a:ln>
        </p:spPr>
        <p:txBody>
          <a:bodyPr lIns="0" rIns="0" tIns="0" bIns="0" anchor="ctr">
            <a:noAutofit/>
          </a:bodyPr>
          <a:p>
            <a:r>
              <a:rPr b="0" lang="es-AR" sz="1800" spc="-1" strike="noStrike">
                <a:latin typeface="Arial"/>
              </a:rPr>
              <a:t>Pulse para editar el formato del texto de título</a:t>
            </a:r>
            <a:endParaRPr b="0" lang="es-AR" sz="1800" spc="-1" strike="noStrike">
              <a:latin typeface="Arial"/>
            </a:endParaRPr>
          </a:p>
        </p:txBody>
      </p:sp>
      <p:sp>
        <p:nvSpPr>
          <p:cNvPr id="87" name="PlaceHolder 2"/>
          <p:cNvSpPr>
            <a:spLocks noGrp="1"/>
          </p:cNvSpPr>
          <p:nvPr>
            <p:ph type="sldNum" idx="3"/>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434343"/>
                </a:solidFill>
                <a:latin typeface="Roboto"/>
                <a:ea typeface="Roboto"/>
              </a:defRPr>
            </a:lvl1pPr>
          </a:lstStyle>
          <a:p>
            <a:pPr algn="r">
              <a:lnSpc>
                <a:spcPct val="100000"/>
              </a:lnSpc>
              <a:buNone/>
              <a:tabLst>
                <a:tab algn="l" pos="0"/>
              </a:tabLst>
            </a:pPr>
            <a:fld id="{8F6D3158-C430-44A6-AC62-354535377EE1}" type="slidenum">
              <a:rPr b="0" lang="es" sz="1000" spc="-1" strike="noStrike">
                <a:solidFill>
                  <a:srgbClr val="434343"/>
                </a:solidFill>
                <a:latin typeface="Roboto"/>
                <a:ea typeface="Roboto"/>
              </a:rPr>
              <a:t>&lt;número&gt;</a:t>
            </a:fld>
            <a:endParaRPr b="0" lang="es-AR" sz="1000" spc="-1" strike="noStrike">
              <a:latin typeface="Times New Roman"/>
            </a:endParaRPr>
          </a:p>
        </p:txBody>
      </p:sp>
      <p:sp>
        <p:nvSpPr>
          <p:cNvPr id="88"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fontScale="92000"/>
          </a:bodyPr>
          <a:p>
            <a:pPr marL="432000" indent="-324000">
              <a:spcBef>
                <a:spcPts val="1417"/>
              </a:spcBef>
              <a:buClr>
                <a:srgbClr val="000000"/>
              </a:buClr>
              <a:buSzPct val="45000"/>
              <a:buFont typeface="Wingdings" charset="2"/>
              <a:buChar char=""/>
            </a:pPr>
            <a:r>
              <a:rPr b="0" lang="es-AR" sz="3200" spc="-1" strike="noStrike">
                <a:latin typeface="Arial"/>
              </a:rPr>
              <a:t>Pulse para </a:t>
            </a:r>
            <a:r>
              <a:rPr b="0" lang="es-AR" sz="3200" spc="-1" strike="noStrike">
                <a:latin typeface="Arial"/>
              </a:rPr>
              <a:t>editar el </a:t>
            </a:r>
            <a:r>
              <a:rPr b="0" lang="es-AR" sz="3200" spc="-1" strike="noStrike">
                <a:latin typeface="Arial"/>
              </a:rPr>
              <a:t>formato de </a:t>
            </a:r>
            <a:r>
              <a:rPr b="0" lang="es-AR" sz="3200" spc="-1" strike="noStrike">
                <a:latin typeface="Arial"/>
              </a:rPr>
              <a:t>texto del </a:t>
            </a:r>
            <a:r>
              <a:rPr b="0" lang="es-AR" sz="3200" spc="-1" strike="noStrike">
                <a:latin typeface="Arial"/>
              </a:rPr>
              <a:t>esquema</a:t>
            </a:r>
            <a:endParaRPr b="0" lang="es-AR" sz="3200" spc="-1" strike="noStrike">
              <a:latin typeface="Arial"/>
            </a:endParaRPr>
          </a:p>
          <a:p>
            <a:pPr lvl="1" marL="864000" indent="-324000">
              <a:spcBef>
                <a:spcPts val="1134"/>
              </a:spcBef>
              <a:buClr>
                <a:srgbClr val="000000"/>
              </a:buClr>
              <a:buSzPct val="75000"/>
              <a:buFont typeface="Symbol" charset="2"/>
              <a:buChar char=""/>
            </a:pPr>
            <a:r>
              <a:rPr b="0" lang="es-AR" sz="2800" spc="-1" strike="noStrike">
                <a:latin typeface="Arial"/>
              </a:rPr>
              <a:t>Segundo </a:t>
            </a:r>
            <a:r>
              <a:rPr b="0" lang="es-AR" sz="2800" spc="-1" strike="noStrike">
                <a:latin typeface="Arial"/>
              </a:rPr>
              <a:t>nivel del </a:t>
            </a:r>
            <a:r>
              <a:rPr b="0" lang="es-AR" sz="2800" spc="-1" strike="noStrike">
                <a:latin typeface="Arial"/>
              </a:rPr>
              <a:t>esquema</a:t>
            </a:r>
            <a:endParaRPr b="0" lang="es-AR" sz="2800" spc="-1" strike="noStrike">
              <a:latin typeface="Arial"/>
            </a:endParaRPr>
          </a:p>
          <a:p>
            <a:pPr lvl="2" marL="1296000" indent="-288000">
              <a:spcBef>
                <a:spcPts val="850"/>
              </a:spcBef>
              <a:buClr>
                <a:srgbClr val="000000"/>
              </a:buClr>
              <a:buSzPct val="45000"/>
              <a:buFont typeface="Wingdings" charset="2"/>
              <a:buChar char=""/>
            </a:pPr>
            <a:r>
              <a:rPr b="0" lang="es-AR" sz="2400" spc="-1" strike="noStrike">
                <a:latin typeface="Arial"/>
              </a:rPr>
              <a:t>Tercer </a:t>
            </a:r>
            <a:r>
              <a:rPr b="0" lang="es-AR" sz="2400" spc="-1" strike="noStrike">
                <a:latin typeface="Arial"/>
              </a:rPr>
              <a:t>nivel del </a:t>
            </a:r>
            <a:r>
              <a:rPr b="0" lang="es-AR" sz="2400" spc="-1" strike="noStrike">
                <a:latin typeface="Arial"/>
              </a:rPr>
              <a:t>esquema</a:t>
            </a:r>
            <a:endParaRPr b="0" lang="es-AR" sz="2400" spc="-1" strike="noStrike">
              <a:latin typeface="Arial"/>
            </a:endParaRPr>
          </a:p>
          <a:p>
            <a:pPr lvl="3" marL="1728000" indent="-216000">
              <a:spcBef>
                <a:spcPts val="567"/>
              </a:spcBef>
              <a:buClr>
                <a:srgbClr val="000000"/>
              </a:buClr>
              <a:buSzPct val="75000"/>
              <a:buFont typeface="Symbol" charset="2"/>
              <a:buChar char=""/>
            </a:pPr>
            <a:r>
              <a:rPr b="0" lang="es-AR" sz="2000" spc="-1" strike="noStrike">
                <a:latin typeface="Arial"/>
              </a:rPr>
              <a:t>Cuarto </a:t>
            </a:r>
            <a:r>
              <a:rPr b="0" lang="es-AR" sz="2000" spc="-1" strike="noStrike">
                <a:latin typeface="Arial"/>
              </a:rPr>
              <a:t>nivel </a:t>
            </a:r>
            <a:r>
              <a:rPr b="0" lang="es-AR" sz="2000" spc="-1" strike="noStrike">
                <a:latin typeface="Arial"/>
              </a:rPr>
              <a:t>del </a:t>
            </a:r>
            <a:r>
              <a:rPr b="0" lang="es-AR" sz="2000" spc="-1" strike="noStrike">
                <a:latin typeface="Arial"/>
              </a:rPr>
              <a:t>esquem</a:t>
            </a:r>
            <a:r>
              <a:rPr b="0" lang="es-AR" sz="2000" spc="-1" strike="noStrike">
                <a:latin typeface="Arial"/>
              </a:rPr>
              <a:t>a</a:t>
            </a:r>
            <a:endParaRPr b="0" lang="es-AR" sz="2000" spc="-1" strike="noStrike">
              <a:latin typeface="Arial"/>
            </a:endParaRPr>
          </a:p>
          <a:p>
            <a:pPr lvl="4" marL="2160000" indent="-216000">
              <a:spcBef>
                <a:spcPts val="283"/>
              </a:spcBef>
              <a:buClr>
                <a:srgbClr val="000000"/>
              </a:buClr>
              <a:buSzPct val="45000"/>
              <a:buFont typeface="Wingdings" charset="2"/>
              <a:buChar char=""/>
            </a:pPr>
            <a:r>
              <a:rPr b="0" lang="es-AR" sz="2000" spc="-1" strike="noStrike">
                <a:latin typeface="Arial"/>
              </a:rPr>
              <a:t>Qui</a:t>
            </a:r>
            <a:r>
              <a:rPr b="0" lang="es-AR" sz="2000" spc="-1" strike="noStrike">
                <a:latin typeface="Arial"/>
              </a:rPr>
              <a:t>nto </a:t>
            </a:r>
            <a:r>
              <a:rPr b="0" lang="es-AR" sz="2000" spc="-1" strike="noStrike">
                <a:latin typeface="Arial"/>
              </a:rPr>
              <a:t>nive</a:t>
            </a:r>
            <a:r>
              <a:rPr b="0" lang="es-AR" sz="2000" spc="-1" strike="noStrike">
                <a:latin typeface="Arial"/>
              </a:rPr>
              <a:t>l del </a:t>
            </a:r>
            <a:r>
              <a:rPr b="0" lang="es-AR" sz="2000" spc="-1" strike="noStrike">
                <a:latin typeface="Arial"/>
              </a:rPr>
              <a:t>esq</a:t>
            </a:r>
            <a:r>
              <a:rPr b="0" lang="es-AR" sz="2000" spc="-1" strike="noStrike">
                <a:latin typeface="Arial"/>
              </a:rPr>
              <a:t>uem</a:t>
            </a:r>
            <a:r>
              <a:rPr b="0" lang="es-AR" sz="2000" spc="-1" strike="noStrike">
                <a:latin typeface="Arial"/>
              </a:rPr>
              <a:t>a</a:t>
            </a:r>
            <a:endParaRPr b="0" lang="es-AR" sz="2000" spc="-1" strike="noStrike">
              <a:latin typeface="Arial"/>
            </a:endParaRPr>
          </a:p>
          <a:p>
            <a:pPr lvl="5" marL="2592000" indent="-216000">
              <a:spcBef>
                <a:spcPts val="283"/>
              </a:spcBef>
              <a:buClr>
                <a:srgbClr val="000000"/>
              </a:buClr>
              <a:buSzPct val="45000"/>
              <a:buFont typeface="Wingdings" charset="2"/>
              <a:buChar char=""/>
            </a:pPr>
            <a:r>
              <a:rPr b="0" lang="es-AR" sz="2000" spc="-1" strike="noStrike">
                <a:latin typeface="Arial"/>
              </a:rPr>
              <a:t>S</a:t>
            </a:r>
            <a:r>
              <a:rPr b="0" lang="es-AR" sz="2000" spc="-1" strike="noStrike">
                <a:latin typeface="Arial"/>
              </a:rPr>
              <a:t>e</a:t>
            </a:r>
            <a:r>
              <a:rPr b="0" lang="es-AR" sz="2000" spc="-1" strike="noStrike">
                <a:latin typeface="Arial"/>
              </a:rPr>
              <a:t>x</a:t>
            </a:r>
            <a:r>
              <a:rPr b="0" lang="es-AR" sz="2000" spc="-1" strike="noStrike">
                <a:latin typeface="Arial"/>
              </a:rPr>
              <a:t>t</a:t>
            </a:r>
            <a:r>
              <a:rPr b="0" lang="es-AR" sz="2000" spc="-1" strike="noStrike">
                <a:latin typeface="Arial"/>
              </a:rPr>
              <a:t>o</a:t>
            </a:r>
            <a:r>
              <a:rPr b="0" lang="es-AR" sz="2000" spc="-1" strike="noStrike">
                <a:latin typeface="Arial"/>
              </a:rPr>
              <a:t> </a:t>
            </a:r>
            <a:r>
              <a:rPr b="0" lang="es-AR" sz="2000" spc="-1" strike="noStrike">
                <a:latin typeface="Arial"/>
              </a:rPr>
              <a:t>n</a:t>
            </a:r>
            <a:r>
              <a:rPr b="0" lang="es-AR" sz="2000" spc="-1" strike="noStrike">
                <a:latin typeface="Arial"/>
              </a:rPr>
              <a:t>i</a:t>
            </a:r>
            <a:r>
              <a:rPr b="0" lang="es-AR" sz="2000" spc="-1" strike="noStrike">
                <a:latin typeface="Arial"/>
              </a:rPr>
              <a:t>v</a:t>
            </a:r>
            <a:r>
              <a:rPr b="0" lang="es-AR" sz="2000" spc="-1" strike="noStrike">
                <a:latin typeface="Arial"/>
              </a:rPr>
              <a:t>e</a:t>
            </a:r>
            <a:r>
              <a:rPr b="0" lang="es-AR" sz="2000" spc="-1" strike="noStrike">
                <a:latin typeface="Arial"/>
              </a:rPr>
              <a:t>l </a:t>
            </a:r>
            <a:r>
              <a:rPr b="0" lang="es-AR" sz="2000" spc="-1" strike="noStrike">
                <a:latin typeface="Arial"/>
              </a:rPr>
              <a:t>d</a:t>
            </a:r>
            <a:r>
              <a:rPr b="0" lang="es-AR" sz="2000" spc="-1" strike="noStrike">
                <a:latin typeface="Arial"/>
              </a:rPr>
              <a:t>e</a:t>
            </a:r>
            <a:r>
              <a:rPr b="0" lang="es-AR" sz="2000" spc="-1" strike="noStrike">
                <a:latin typeface="Arial"/>
              </a:rPr>
              <a:t>l </a:t>
            </a:r>
            <a:r>
              <a:rPr b="0" lang="es-AR" sz="2000" spc="-1" strike="noStrike">
                <a:latin typeface="Arial"/>
              </a:rPr>
              <a:t>e</a:t>
            </a:r>
            <a:r>
              <a:rPr b="0" lang="es-AR" sz="2000" spc="-1" strike="noStrike">
                <a:latin typeface="Arial"/>
              </a:rPr>
              <a:t>s</a:t>
            </a:r>
            <a:r>
              <a:rPr b="0" lang="es-AR" sz="2000" spc="-1" strike="noStrike">
                <a:latin typeface="Arial"/>
              </a:rPr>
              <a:t>q</a:t>
            </a:r>
            <a:r>
              <a:rPr b="0" lang="es-AR" sz="2000" spc="-1" strike="noStrike">
                <a:latin typeface="Arial"/>
              </a:rPr>
              <a:t>u</a:t>
            </a:r>
            <a:r>
              <a:rPr b="0" lang="es-AR" sz="2000" spc="-1" strike="noStrike">
                <a:latin typeface="Arial"/>
              </a:rPr>
              <a:t>e</a:t>
            </a:r>
            <a:r>
              <a:rPr b="0" lang="es-AR" sz="2000" spc="-1" strike="noStrike">
                <a:latin typeface="Arial"/>
              </a:rPr>
              <a:t>m</a:t>
            </a:r>
            <a:r>
              <a:rPr b="0" lang="es-AR" sz="2000" spc="-1" strike="noStrike">
                <a:latin typeface="Arial"/>
              </a:rPr>
              <a:t>a</a:t>
            </a:r>
            <a:endParaRPr b="0" lang="es-AR" sz="2000" spc="-1" strike="noStrike">
              <a:latin typeface="Arial"/>
            </a:endParaRPr>
          </a:p>
          <a:p>
            <a:pPr lvl="6" marL="3024000" indent="-216000">
              <a:spcBef>
                <a:spcPts val="283"/>
              </a:spcBef>
              <a:buClr>
                <a:srgbClr val="000000"/>
              </a:buClr>
              <a:buSzPct val="45000"/>
              <a:buFont typeface="Wingdings" charset="2"/>
              <a:buChar char=""/>
            </a:pPr>
            <a:r>
              <a:rPr b="0" lang="es-AR" sz="2000" spc="-1" strike="noStrike">
                <a:latin typeface="Arial"/>
              </a:rPr>
              <a:t>S</a:t>
            </a:r>
            <a:r>
              <a:rPr b="0" lang="es-AR" sz="2000" spc="-1" strike="noStrike">
                <a:latin typeface="Arial"/>
              </a:rPr>
              <a:t>é</a:t>
            </a:r>
            <a:r>
              <a:rPr b="0" lang="es-AR" sz="2000" spc="-1" strike="noStrike">
                <a:latin typeface="Arial"/>
              </a:rPr>
              <a:t>p</a:t>
            </a:r>
            <a:r>
              <a:rPr b="0" lang="es-AR" sz="2000" spc="-1" strike="noStrike">
                <a:latin typeface="Arial"/>
              </a:rPr>
              <a:t>t</a:t>
            </a:r>
            <a:r>
              <a:rPr b="0" lang="es-AR" sz="2000" spc="-1" strike="noStrike">
                <a:latin typeface="Arial"/>
              </a:rPr>
              <a:t>i</a:t>
            </a:r>
            <a:r>
              <a:rPr b="0" lang="es-AR" sz="2000" spc="-1" strike="noStrike">
                <a:latin typeface="Arial"/>
              </a:rPr>
              <a:t>m</a:t>
            </a:r>
            <a:r>
              <a:rPr b="0" lang="es-AR" sz="2000" spc="-1" strike="noStrike">
                <a:latin typeface="Arial"/>
              </a:rPr>
              <a:t>o</a:t>
            </a:r>
            <a:r>
              <a:rPr b="0" lang="es-AR" sz="2000" spc="-1" strike="noStrike">
                <a:latin typeface="Arial"/>
              </a:rPr>
              <a:t> </a:t>
            </a:r>
            <a:r>
              <a:rPr b="0" lang="es-AR" sz="2000" spc="-1" strike="noStrike">
                <a:latin typeface="Arial"/>
              </a:rPr>
              <a:t>n</a:t>
            </a:r>
            <a:r>
              <a:rPr b="0" lang="es-AR" sz="2000" spc="-1" strike="noStrike">
                <a:latin typeface="Arial"/>
              </a:rPr>
              <a:t>i</a:t>
            </a:r>
            <a:r>
              <a:rPr b="0" lang="es-AR" sz="2000" spc="-1" strike="noStrike">
                <a:latin typeface="Arial"/>
              </a:rPr>
              <a:t>v</a:t>
            </a:r>
            <a:r>
              <a:rPr b="0" lang="es-AR" sz="2000" spc="-1" strike="noStrike">
                <a:latin typeface="Arial"/>
              </a:rPr>
              <a:t>e</a:t>
            </a:r>
            <a:r>
              <a:rPr b="0" lang="es-AR" sz="2000" spc="-1" strike="noStrike">
                <a:latin typeface="Arial"/>
              </a:rPr>
              <a:t>l</a:t>
            </a:r>
            <a:r>
              <a:rPr b="0" lang="es-AR" sz="2000" spc="-1" strike="noStrike">
                <a:latin typeface="Arial"/>
              </a:rPr>
              <a:t> </a:t>
            </a:r>
            <a:r>
              <a:rPr b="0" lang="es-AR" sz="2000" spc="-1" strike="noStrike">
                <a:latin typeface="Arial"/>
              </a:rPr>
              <a:t>d</a:t>
            </a:r>
            <a:r>
              <a:rPr b="0" lang="es-AR" sz="2000" spc="-1" strike="noStrike">
                <a:latin typeface="Arial"/>
              </a:rPr>
              <a:t>e</a:t>
            </a:r>
            <a:r>
              <a:rPr b="0" lang="es-AR" sz="2000" spc="-1" strike="noStrike">
                <a:latin typeface="Arial"/>
              </a:rPr>
              <a:t>l</a:t>
            </a:r>
            <a:r>
              <a:rPr b="0" lang="es-AR" sz="2000" spc="-1" strike="noStrike">
                <a:latin typeface="Arial"/>
              </a:rPr>
              <a:t> </a:t>
            </a:r>
            <a:r>
              <a:rPr b="0" lang="es-AR" sz="2000" spc="-1" strike="noStrike">
                <a:latin typeface="Arial"/>
              </a:rPr>
              <a:t>e</a:t>
            </a:r>
            <a:r>
              <a:rPr b="0" lang="es-AR" sz="2000" spc="-1" strike="noStrike">
                <a:latin typeface="Arial"/>
              </a:rPr>
              <a:t>s</a:t>
            </a:r>
            <a:r>
              <a:rPr b="0" lang="es-AR" sz="2000" spc="-1" strike="noStrike">
                <a:latin typeface="Arial"/>
              </a:rPr>
              <a:t>q</a:t>
            </a:r>
            <a:r>
              <a:rPr b="0" lang="es-AR" sz="2000" spc="-1" strike="noStrike">
                <a:latin typeface="Arial"/>
              </a:rPr>
              <a:t>u</a:t>
            </a:r>
            <a:r>
              <a:rPr b="0" lang="es-AR" sz="2000" spc="-1" strike="noStrike">
                <a:latin typeface="Arial"/>
              </a:rPr>
              <a:t>e</a:t>
            </a:r>
            <a:r>
              <a:rPr b="0" lang="es-AR" sz="2000" spc="-1" strike="noStrike">
                <a:latin typeface="Arial"/>
              </a:rPr>
              <a:t>m</a:t>
            </a:r>
            <a:r>
              <a:rPr b="0" lang="es-AR" sz="2000" spc="-1" strike="noStrike">
                <a:latin typeface="Arial"/>
              </a:rPr>
              <a:t>a</a:t>
            </a:r>
            <a:endParaRPr b="0" lang="es-AR"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25" name="Google Shape;29;p4"/>
          <p:cNvGrpSpPr/>
          <p:nvPr/>
        </p:nvGrpSpPr>
        <p:grpSpPr>
          <a:xfrm>
            <a:off x="0" y="3903840"/>
            <a:ext cx="9144000" cy="1239120"/>
            <a:chOff x="0" y="3903840"/>
            <a:chExt cx="9144000" cy="1239120"/>
          </a:xfrm>
        </p:grpSpPr>
        <p:sp>
          <p:nvSpPr>
            <p:cNvPr id="126" name="Google Shape;30;p4"/>
            <p:cNvSpPr/>
            <p:nvPr/>
          </p:nvSpPr>
          <p:spPr>
            <a:xfrm>
              <a:off x="8154720" y="3903840"/>
              <a:ext cx="988560" cy="987120"/>
            </a:xfrm>
            <a:prstGeom prst="rtTriangle">
              <a:avLst/>
            </a:prstGeom>
            <a:solidFill>
              <a:schemeClr val="accent5"/>
            </a:solidFill>
            <a:ln w="0">
              <a:noFill/>
            </a:ln>
          </p:spPr>
          <p:style>
            <a:lnRef idx="0"/>
            <a:fillRef idx="0"/>
            <a:effectRef idx="0"/>
            <a:fontRef idx="minor"/>
          </p:style>
        </p:sp>
        <p:sp>
          <p:nvSpPr>
            <p:cNvPr id="127" name="Google Shape;31;p4"/>
            <p:cNvSpPr/>
            <p:nvPr/>
          </p:nvSpPr>
          <p:spPr>
            <a:xfrm flipH="1">
              <a:off x="6180480" y="3903840"/>
              <a:ext cx="988560" cy="987120"/>
            </a:xfrm>
            <a:prstGeom prst="rtTriangle">
              <a:avLst/>
            </a:prstGeom>
            <a:solidFill>
              <a:schemeClr val="accent5"/>
            </a:solidFill>
            <a:ln w="0">
              <a:noFill/>
            </a:ln>
          </p:spPr>
          <p:style>
            <a:lnRef idx="0"/>
            <a:fillRef idx="0"/>
            <a:effectRef idx="0"/>
            <a:fontRef idx="minor"/>
          </p:style>
        </p:sp>
        <p:sp>
          <p:nvSpPr>
            <p:cNvPr id="128" name="Google Shape;32;p4"/>
            <p:cNvSpPr/>
            <p:nvPr/>
          </p:nvSpPr>
          <p:spPr>
            <a:xfrm>
              <a:off x="7170120" y="3903840"/>
              <a:ext cx="988560" cy="987120"/>
            </a:xfrm>
            <a:prstGeom prst="rect">
              <a:avLst/>
            </a:prstGeom>
            <a:solidFill>
              <a:schemeClr val="accent4"/>
            </a:solidFill>
            <a:ln w="0">
              <a:noFill/>
            </a:ln>
          </p:spPr>
          <p:style>
            <a:lnRef idx="0"/>
            <a:fillRef idx="0"/>
            <a:effectRef idx="0"/>
            <a:fontRef idx="minor"/>
          </p:style>
        </p:sp>
        <p:sp>
          <p:nvSpPr>
            <p:cNvPr id="129" name="Google Shape;33;p4"/>
            <p:cNvSpPr/>
            <p:nvPr/>
          </p:nvSpPr>
          <p:spPr>
            <a:xfrm rot="10800000">
              <a:off x="8155440" y="3904560"/>
              <a:ext cx="988560" cy="987120"/>
            </a:xfrm>
            <a:prstGeom prst="rtTriangle">
              <a:avLst/>
            </a:prstGeom>
            <a:solidFill>
              <a:schemeClr val="accent3"/>
            </a:solidFill>
            <a:ln w="0">
              <a:noFill/>
            </a:ln>
          </p:spPr>
          <p:style>
            <a:lnRef idx="0"/>
            <a:fillRef idx="0"/>
            <a:effectRef idx="0"/>
            <a:fontRef idx="minor"/>
          </p:style>
        </p:sp>
        <p:sp>
          <p:nvSpPr>
            <p:cNvPr id="130" name="Google Shape;34;p4"/>
            <p:cNvSpPr/>
            <p:nvPr/>
          </p:nvSpPr>
          <p:spPr>
            <a:xfrm>
              <a:off x="0" y="4891680"/>
              <a:ext cx="9143280" cy="251280"/>
            </a:xfrm>
            <a:prstGeom prst="rect">
              <a:avLst/>
            </a:prstGeom>
            <a:solidFill>
              <a:schemeClr val="dk1"/>
            </a:solidFill>
            <a:ln w="0">
              <a:noFill/>
            </a:ln>
          </p:spPr>
          <p:style>
            <a:lnRef idx="0"/>
            <a:fillRef idx="0"/>
            <a:effectRef idx="0"/>
            <a:fontRef idx="minor"/>
          </p:style>
        </p:sp>
      </p:grpSp>
      <p:sp>
        <p:nvSpPr>
          <p:cNvPr id="131" name="PlaceHolder 1"/>
          <p:cNvSpPr>
            <a:spLocks noGrp="1"/>
          </p:cNvSpPr>
          <p:nvPr>
            <p:ph type="title"/>
          </p:nvPr>
        </p:nvSpPr>
        <p:spPr>
          <a:xfrm>
            <a:off x="311760" y="410040"/>
            <a:ext cx="8519760" cy="606960"/>
          </a:xfrm>
          <a:prstGeom prst="rect">
            <a:avLst/>
          </a:prstGeom>
          <a:noFill/>
          <a:ln w="0">
            <a:noFill/>
          </a:ln>
        </p:spPr>
        <p:txBody>
          <a:bodyPr lIns="0" rIns="0" tIns="0" bIns="0" anchor="ctr">
            <a:noAutofit/>
          </a:bodyPr>
          <a:p>
            <a:r>
              <a:rPr b="0" lang="es-AR" sz="1800" spc="-1" strike="noStrike">
                <a:latin typeface="Arial"/>
              </a:rPr>
              <a:t>Pulse para editar el formato del texto de título</a:t>
            </a:r>
            <a:endParaRPr b="0" lang="es-AR" sz="1800" spc="-1" strike="noStrike">
              <a:latin typeface="Arial"/>
            </a:endParaRPr>
          </a:p>
        </p:txBody>
      </p:sp>
      <p:sp>
        <p:nvSpPr>
          <p:cNvPr id="132" name="PlaceHolder 2"/>
          <p:cNvSpPr>
            <a:spLocks noGrp="1"/>
          </p:cNvSpPr>
          <p:nvPr>
            <p:ph type="body"/>
          </p:nvPr>
        </p:nvSpPr>
        <p:spPr>
          <a:xfrm>
            <a:off x="311760" y="1229760"/>
            <a:ext cx="8519760" cy="3338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AR" sz="1800" spc="-1" strike="noStrike">
                <a:latin typeface="Arial"/>
              </a:rPr>
              <a:t>Pulse para editar </a:t>
            </a:r>
            <a:r>
              <a:rPr b="0" lang="es-AR" sz="1800" spc="-1" strike="noStrike">
                <a:latin typeface="Arial"/>
              </a:rPr>
              <a:t>el formato de </a:t>
            </a:r>
            <a:r>
              <a:rPr b="0" lang="es-AR" sz="1800" spc="-1" strike="noStrike">
                <a:latin typeface="Arial"/>
              </a:rPr>
              <a:t>texto del </a:t>
            </a:r>
            <a:r>
              <a:rPr b="0" lang="es-AR" sz="1800" spc="-1" strike="noStrike">
                <a:latin typeface="Arial"/>
              </a:rPr>
              <a:t>esquema</a:t>
            </a:r>
            <a:endParaRPr b="0" lang="es-AR" sz="1800" spc="-1" strike="noStrike">
              <a:latin typeface="Arial"/>
            </a:endParaRPr>
          </a:p>
          <a:p>
            <a:pPr lvl="1" marL="864000" indent="-324000">
              <a:spcBef>
                <a:spcPts val="1134"/>
              </a:spcBef>
              <a:buClr>
                <a:srgbClr val="000000"/>
              </a:buClr>
              <a:buSzPct val="75000"/>
              <a:buFont typeface="Symbol" charset="2"/>
              <a:buChar char=""/>
            </a:pPr>
            <a:r>
              <a:rPr b="0" lang="es-AR" sz="1800" spc="-1" strike="noStrike">
                <a:latin typeface="Arial"/>
              </a:rPr>
              <a:t>Segundo </a:t>
            </a:r>
            <a:r>
              <a:rPr b="0" lang="es-AR" sz="1800" spc="-1" strike="noStrike">
                <a:latin typeface="Arial"/>
              </a:rPr>
              <a:t>nivel del </a:t>
            </a:r>
            <a:r>
              <a:rPr b="0" lang="es-AR" sz="1800" spc="-1" strike="noStrike">
                <a:latin typeface="Arial"/>
              </a:rPr>
              <a:t>esquema</a:t>
            </a:r>
            <a:endParaRPr b="0" lang="es-AR" sz="1800" spc="-1" strike="noStrike">
              <a:latin typeface="Arial"/>
            </a:endParaRPr>
          </a:p>
          <a:p>
            <a:pPr lvl="2" marL="1296000" indent="-288000">
              <a:spcBef>
                <a:spcPts val="850"/>
              </a:spcBef>
              <a:buClr>
                <a:srgbClr val="000000"/>
              </a:buClr>
              <a:buSzPct val="45000"/>
              <a:buFont typeface="Wingdings" charset="2"/>
              <a:buChar char=""/>
            </a:pPr>
            <a:r>
              <a:rPr b="0" lang="es-AR" sz="1800" spc="-1" strike="noStrike">
                <a:latin typeface="Arial"/>
              </a:rPr>
              <a:t>Tercer </a:t>
            </a:r>
            <a:r>
              <a:rPr b="0" lang="es-AR" sz="1800" spc="-1" strike="noStrike">
                <a:latin typeface="Arial"/>
              </a:rPr>
              <a:t>nivel del </a:t>
            </a:r>
            <a:r>
              <a:rPr b="0" lang="es-AR" sz="1800" spc="-1" strike="noStrike">
                <a:latin typeface="Arial"/>
              </a:rPr>
              <a:t>esquema</a:t>
            </a:r>
            <a:endParaRPr b="0" lang="es-AR" sz="1800" spc="-1" strike="noStrike">
              <a:latin typeface="Arial"/>
            </a:endParaRPr>
          </a:p>
          <a:p>
            <a:pPr lvl="3" marL="1728000" indent="-216000">
              <a:spcBef>
                <a:spcPts val="567"/>
              </a:spcBef>
              <a:buClr>
                <a:srgbClr val="000000"/>
              </a:buClr>
              <a:buSzPct val="75000"/>
              <a:buFont typeface="Symbol" charset="2"/>
              <a:buChar char=""/>
            </a:pPr>
            <a:r>
              <a:rPr b="0" lang="es-AR" sz="1800" spc="-1" strike="noStrike">
                <a:latin typeface="Arial"/>
              </a:rPr>
              <a:t>Cuar</a:t>
            </a:r>
            <a:r>
              <a:rPr b="0" lang="es-AR" sz="1800" spc="-1" strike="noStrike">
                <a:latin typeface="Arial"/>
              </a:rPr>
              <a:t>to </a:t>
            </a:r>
            <a:r>
              <a:rPr b="0" lang="es-AR" sz="1800" spc="-1" strike="noStrike">
                <a:latin typeface="Arial"/>
              </a:rPr>
              <a:t>nivel </a:t>
            </a:r>
            <a:r>
              <a:rPr b="0" lang="es-AR" sz="1800" spc="-1" strike="noStrike">
                <a:latin typeface="Arial"/>
              </a:rPr>
              <a:t>del </a:t>
            </a:r>
            <a:r>
              <a:rPr b="0" lang="es-AR" sz="1800" spc="-1" strike="noStrike">
                <a:latin typeface="Arial"/>
              </a:rPr>
              <a:t>esqu</a:t>
            </a:r>
            <a:r>
              <a:rPr b="0" lang="es-AR" sz="1800" spc="-1" strike="noStrike">
                <a:latin typeface="Arial"/>
              </a:rPr>
              <a:t>ema</a:t>
            </a:r>
            <a:endParaRPr b="0" lang="es-AR" sz="1800" spc="-1" strike="noStrike">
              <a:latin typeface="Arial"/>
            </a:endParaRPr>
          </a:p>
          <a:p>
            <a:pPr lvl="4" marL="2160000" indent="-216000">
              <a:spcBef>
                <a:spcPts val="283"/>
              </a:spcBef>
              <a:buClr>
                <a:srgbClr val="000000"/>
              </a:buClr>
              <a:buSzPct val="45000"/>
              <a:buFont typeface="Wingdings" charset="2"/>
              <a:buChar char=""/>
            </a:pPr>
            <a:r>
              <a:rPr b="0" lang="es-AR" sz="1800" spc="-1" strike="noStrike">
                <a:latin typeface="Arial"/>
              </a:rPr>
              <a:t>Q</a:t>
            </a:r>
            <a:r>
              <a:rPr b="0" lang="es-AR" sz="1800" spc="-1" strike="noStrike">
                <a:latin typeface="Arial"/>
              </a:rPr>
              <a:t>u</a:t>
            </a:r>
            <a:r>
              <a:rPr b="0" lang="es-AR" sz="1800" spc="-1" strike="noStrike">
                <a:latin typeface="Arial"/>
              </a:rPr>
              <a:t>i</a:t>
            </a:r>
            <a:r>
              <a:rPr b="0" lang="es-AR" sz="1800" spc="-1" strike="noStrike">
                <a:latin typeface="Arial"/>
              </a:rPr>
              <a:t>n</a:t>
            </a:r>
            <a:r>
              <a:rPr b="0" lang="es-AR" sz="1800" spc="-1" strike="noStrike">
                <a:latin typeface="Arial"/>
              </a:rPr>
              <a:t>t</a:t>
            </a:r>
            <a:r>
              <a:rPr b="0" lang="es-AR" sz="1800" spc="-1" strike="noStrike">
                <a:latin typeface="Arial"/>
              </a:rPr>
              <a:t>o</a:t>
            </a:r>
            <a:r>
              <a:rPr b="0" lang="es-AR" sz="1800" spc="-1" strike="noStrike">
                <a:latin typeface="Arial"/>
              </a:rPr>
              <a:t> </a:t>
            </a:r>
            <a:r>
              <a:rPr b="0" lang="es-AR" sz="1800" spc="-1" strike="noStrike">
                <a:latin typeface="Arial"/>
              </a:rPr>
              <a:t>n</a:t>
            </a:r>
            <a:r>
              <a:rPr b="0" lang="es-AR" sz="1800" spc="-1" strike="noStrike">
                <a:latin typeface="Arial"/>
              </a:rPr>
              <a:t>i</a:t>
            </a:r>
            <a:r>
              <a:rPr b="0" lang="es-AR" sz="1800" spc="-1" strike="noStrike">
                <a:latin typeface="Arial"/>
              </a:rPr>
              <a:t>v</a:t>
            </a:r>
            <a:r>
              <a:rPr b="0" lang="es-AR" sz="1800" spc="-1" strike="noStrike">
                <a:latin typeface="Arial"/>
              </a:rPr>
              <a:t>e</a:t>
            </a:r>
            <a:r>
              <a:rPr b="0" lang="es-AR" sz="1800" spc="-1" strike="noStrike">
                <a:latin typeface="Arial"/>
              </a:rPr>
              <a:t>l </a:t>
            </a:r>
            <a:r>
              <a:rPr b="0" lang="es-AR" sz="1800" spc="-1" strike="noStrike">
                <a:latin typeface="Arial"/>
              </a:rPr>
              <a:t>d</a:t>
            </a:r>
            <a:r>
              <a:rPr b="0" lang="es-AR" sz="1800" spc="-1" strike="noStrike">
                <a:latin typeface="Arial"/>
              </a:rPr>
              <a:t>e</a:t>
            </a:r>
            <a:r>
              <a:rPr b="0" lang="es-AR" sz="1800" spc="-1" strike="noStrike">
                <a:latin typeface="Arial"/>
              </a:rPr>
              <a:t>l </a:t>
            </a:r>
            <a:r>
              <a:rPr b="0" lang="es-AR" sz="1800" spc="-1" strike="noStrike">
                <a:latin typeface="Arial"/>
              </a:rPr>
              <a:t>e</a:t>
            </a:r>
            <a:r>
              <a:rPr b="0" lang="es-AR" sz="1800" spc="-1" strike="noStrike">
                <a:latin typeface="Arial"/>
              </a:rPr>
              <a:t>s</a:t>
            </a:r>
            <a:r>
              <a:rPr b="0" lang="es-AR" sz="1800" spc="-1" strike="noStrike">
                <a:latin typeface="Arial"/>
              </a:rPr>
              <a:t>q</a:t>
            </a:r>
            <a:r>
              <a:rPr b="0" lang="es-AR" sz="1800" spc="-1" strike="noStrike">
                <a:latin typeface="Arial"/>
              </a:rPr>
              <a:t>u</a:t>
            </a:r>
            <a:r>
              <a:rPr b="0" lang="es-AR" sz="1800" spc="-1" strike="noStrike">
                <a:latin typeface="Arial"/>
              </a:rPr>
              <a:t>e</a:t>
            </a:r>
            <a:r>
              <a:rPr b="0" lang="es-AR" sz="1800" spc="-1" strike="noStrike">
                <a:latin typeface="Arial"/>
              </a:rPr>
              <a:t>m</a:t>
            </a:r>
            <a:r>
              <a:rPr b="0" lang="es-AR" sz="1800" spc="-1" strike="noStrike">
                <a:latin typeface="Arial"/>
              </a:rPr>
              <a:t>a</a:t>
            </a:r>
            <a:endParaRPr b="0" lang="es-AR" sz="1800" spc="-1" strike="noStrike">
              <a:latin typeface="Arial"/>
            </a:endParaRPr>
          </a:p>
          <a:p>
            <a:pPr lvl="5" marL="2592000" indent="-216000">
              <a:spcBef>
                <a:spcPts val="283"/>
              </a:spcBef>
              <a:buClr>
                <a:srgbClr val="000000"/>
              </a:buClr>
              <a:buSzPct val="45000"/>
              <a:buFont typeface="Wingdings" charset="2"/>
              <a:buChar char=""/>
            </a:pPr>
            <a:r>
              <a:rPr b="0" lang="es-AR" sz="1800" spc="-1" strike="noStrike">
                <a:latin typeface="Arial"/>
              </a:rPr>
              <a:t>S</a:t>
            </a:r>
            <a:r>
              <a:rPr b="0" lang="es-AR" sz="1800" spc="-1" strike="noStrike">
                <a:latin typeface="Arial"/>
              </a:rPr>
              <a:t>e</a:t>
            </a:r>
            <a:r>
              <a:rPr b="0" lang="es-AR" sz="1800" spc="-1" strike="noStrike">
                <a:latin typeface="Arial"/>
              </a:rPr>
              <a:t>x</a:t>
            </a:r>
            <a:r>
              <a:rPr b="0" lang="es-AR" sz="1800" spc="-1" strike="noStrike">
                <a:latin typeface="Arial"/>
              </a:rPr>
              <a:t>t</a:t>
            </a:r>
            <a:r>
              <a:rPr b="0" lang="es-AR" sz="1800" spc="-1" strike="noStrike">
                <a:latin typeface="Arial"/>
              </a:rPr>
              <a:t>o</a:t>
            </a:r>
            <a:r>
              <a:rPr b="0" lang="es-AR" sz="1800" spc="-1" strike="noStrike">
                <a:latin typeface="Arial"/>
              </a:rPr>
              <a:t> </a:t>
            </a:r>
            <a:r>
              <a:rPr b="0" lang="es-AR" sz="1800" spc="-1" strike="noStrike">
                <a:latin typeface="Arial"/>
              </a:rPr>
              <a:t>n</a:t>
            </a:r>
            <a:r>
              <a:rPr b="0" lang="es-AR" sz="1800" spc="-1" strike="noStrike">
                <a:latin typeface="Arial"/>
              </a:rPr>
              <a:t>i</a:t>
            </a:r>
            <a:r>
              <a:rPr b="0" lang="es-AR" sz="1800" spc="-1" strike="noStrike">
                <a:latin typeface="Arial"/>
              </a:rPr>
              <a:t>v</a:t>
            </a:r>
            <a:r>
              <a:rPr b="0" lang="es-AR" sz="1800" spc="-1" strike="noStrike">
                <a:latin typeface="Arial"/>
              </a:rPr>
              <a:t>e</a:t>
            </a:r>
            <a:r>
              <a:rPr b="0" lang="es-AR" sz="1800" spc="-1" strike="noStrike">
                <a:latin typeface="Arial"/>
              </a:rPr>
              <a:t>l</a:t>
            </a:r>
            <a:r>
              <a:rPr b="0" lang="es-AR" sz="1800" spc="-1" strike="noStrike">
                <a:latin typeface="Arial"/>
              </a:rPr>
              <a:t> </a:t>
            </a:r>
            <a:r>
              <a:rPr b="0" lang="es-AR" sz="1800" spc="-1" strike="noStrike">
                <a:latin typeface="Arial"/>
              </a:rPr>
              <a:t>d</a:t>
            </a:r>
            <a:r>
              <a:rPr b="0" lang="es-AR" sz="1800" spc="-1" strike="noStrike">
                <a:latin typeface="Arial"/>
              </a:rPr>
              <a:t>e</a:t>
            </a:r>
            <a:r>
              <a:rPr b="0" lang="es-AR" sz="1800" spc="-1" strike="noStrike">
                <a:latin typeface="Arial"/>
              </a:rPr>
              <a:t>l</a:t>
            </a:r>
            <a:r>
              <a:rPr b="0" lang="es-AR" sz="1800" spc="-1" strike="noStrike">
                <a:latin typeface="Arial"/>
              </a:rPr>
              <a:t> </a:t>
            </a:r>
            <a:r>
              <a:rPr b="0" lang="es-AR" sz="1800" spc="-1" strike="noStrike">
                <a:latin typeface="Arial"/>
              </a:rPr>
              <a:t>e</a:t>
            </a:r>
            <a:r>
              <a:rPr b="0" lang="es-AR" sz="1800" spc="-1" strike="noStrike">
                <a:latin typeface="Arial"/>
              </a:rPr>
              <a:t>s</a:t>
            </a:r>
            <a:r>
              <a:rPr b="0" lang="es-AR" sz="1800" spc="-1" strike="noStrike">
                <a:latin typeface="Arial"/>
              </a:rPr>
              <a:t>q</a:t>
            </a:r>
            <a:r>
              <a:rPr b="0" lang="es-AR" sz="1800" spc="-1" strike="noStrike">
                <a:latin typeface="Arial"/>
              </a:rPr>
              <a:t>u</a:t>
            </a:r>
            <a:r>
              <a:rPr b="0" lang="es-AR" sz="1800" spc="-1" strike="noStrike">
                <a:latin typeface="Arial"/>
              </a:rPr>
              <a:t>e</a:t>
            </a:r>
            <a:r>
              <a:rPr b="0" lang="es-AR" sz="1800" spc="-1" strike="noStrike">
                <a:latin typeface="Arial"/>
              </a:rPr>
              <a:t>m</a:t>
            </a:r>
            <a:r>
              <a:rPr b="0" lang="es-AR" sz="1800" spc="-1" strike="noStrike">
                <a:latin typeface="Arial"/>
              </a:rPr>
              <a:t>a</a:t>
            </a:r>
            <a:endParaRPr b="0" lang="es-AR" sz="1800" spc="-1" strike="noStrike">
              <a:latin typeface="Arial"/>
            </a:endParaRPr>
          </a:p>
          <a:p>
            <a:pPr lvl="6" marL="3024000" indent="-216000">
              <a:spcBef>
                <a:spcPts val="283"/>
              </a:spcBef>
              <a:buClr>
                <a:srgbClr val="000000"/>
              </a:buClr>
              <a:buSzPct val="45000"/>
              <a:buFont typeface="Wingdings" charset="2"/>
              <a:buChar char=""/>
            </a:pPr>
            <a:r>
              <a:rPr b="0" lang="es-AR" sz="1800" spc="-1" strike="noStrike">
                <a:latin typeface="Arial"/>
              </a:rPr>
              <a:t>S</a:t>
            </a:r>
            <a:r>
              <a:rPr b="0" lang="es-AR" sz="1800" spc="-1" strike="noStrike">
                <a:latin typeface="Arial"/>
              </a:rPr>
              <a:t>é</a:t>
            </a:r>
            <a:r>
              <a:rPr b="0" lang="es-AR" sz="1800" spc="-1" strike="noStrike">
                <a:latin typeface="Arial"/>
              </a:rPr>
              <a:t>p</a:t>
            </a:r>
            <a:r>
              <a:rPr b="0" lang="es-AR" sz="1800" spc="-1" strike="noStrike">
                <a:latin typeface="Arial"/>
              </a:rPr>
              <a:t>t</a:t>
            </a:r>
            <a:r>
              <a:rPr b="0" lang="es-AR" sz="1800" spc="-1" strike="noStrike">
                <a:latin typeface="Arial"/>
              </a:rPr>
              <a:t>i</a:t>
            </a:r>
            <a:r>
              <a:rPr b="0" lang="es-AR" sz="1800" spc="-1" strike="noStrike">
                <a:latin typeface="Arial"/>
              </a:rPr>
              <a:t>m</a:t>
            </a:r>
            <a:r>
              <a:rPr b="0" lang="es-AR" sz="1800" spc="-1" strike="noStrike">
                <a:latin typeface="Arial"/>
              </a:rPr>
              <a:t>o</a:t>
            </a:r>
            <a:r>
              <a:rPr b="0" lang="es-AR" sz="1800" spc="-1" strike="noStrike">
                <a:latin typeface="Arial"/>
              </a:rPr>
              <a:t> </a:t>
            </a:r>
            <a:r>
              <a:rPr b="0" lang="es-AR" sz="1800" spc="-1" strike="noStrike">
                <a:latin typeface="Arial"/>
              </a:rPr>
              <a:t>n</a:t>
            </a:r>
            <a:r>
              <a:rPr b="0" lang="es-AR" sz="1800" spc="-1" strike="noStrike">
                <a:latin typeface="Arial"/>
              </a:rPr>
              <a:t>i</a:t>
            </a:r>
            <a:r>
              <a:rPr b="0" lang="es-AR" sz="1800" spc="-1" strike="noStrike">
                <a:latin typeface="Arial"/>
              </a:rPr>
              <a:t>v</a:t>
            </a:r>
            <a:r>
              <a:rPr b="0" lang="es-AR" sz="1800" spc="-1" strike="noStrike">
                <a:latin typeface="Arial"/>
              </a:rPr>
              <a:t>e</a:t>
            </a:r>
            <a:r>
              <a:rPr b="0" lang="es-AR" sz="1800" spc="-1" strike="noStrike">
                <a:latin typeface="Arial"/>
              </a:rPr>
              <a:t>l</a:t>
            </a:r>
            <a:r>
              <a:rPr b="0" lang="es-AR" sz="1800" spc="-1" strike="noStrike">
                <a:latin typeface="Arial"/>
              </a:rPr>
              <a:t> </a:t>
            </a:r>
            <a:r>
              <a:rPr b="0" lang="es-AR" sz="1800" spc="-1" strike="noStrike">
                <a:latin typeface="Arial"/>
              </a:rPr>
              <a:t>d</a:t>
            </a:r>
            <a:r>
              <a:rPr b="0" lang="es-AR" sz="1800" spc="-1" strike="noStrike">
                <a:latin typeface="Arial"/>
              </a:rPr>
              <a:t>e</a:t>
            </a:r>
            <a:r>
              <a:rPr b="0" lang="es-AR" sz="1800" spc="-1" strike="noStrike">
                <a:latin typeface="Arial"/>
              </a:rPr>
              <a:t>l</a:t>
            </a:r>
            <a:r>
              <a:rPr b="0" lang="es-AR" sz="1800" spc="-1" strike="noStrike">
                <a:latin typeface="Arial"/>
              </a:rPr>
              <a:t> </a:t>
            </a:r>
            <a:r>
              <a:rPr b="0" lang="es-AR" sz="1800" spc="-1" strike="noStrike">
                <a:latin typeface="Arial"/>
              </a:rPr>
              <a:t>e</a:t>
            </a:r>
            <a:r>
              <a:rPr b="0" lang="es-AR" sz="1800" spc="-1" strike="noStrike">
                <a:latin typeface="Arial"/>
              </a:rPr>
              <a:t>s</a:t>
            </a:r>
            <a:r>
              <a:rPr b="0" lang="es-AR" sz="1800" spc="-1" strike="noStrike">
                <a:latin typeface="Arial"/>
              </a:rPr>
              <a:t>q</a:t>
            </a:r>
            <a:r>
              <a:rPr b="0" lang="es-AR" sz="1800" spc="-1" strike="noStrike">
                <a:latin typeface="Arial"/>
              </a:rPr>
              <a:t>u</a:t>
            </a:r>
            <a:r>
              <a:rPr b="0" lang="es-AR" sz="1800" spc="-1" strike="noStrike">
                <a:latin typeface="Arial"/>
              </a:rPr>
              <a:t>e</a:t>
            </a:r>
            <a:r>
              <a:rPr b="0" lang="es-AR" sz="1800" spc="-1" strike="noStrike">
                <a:latin typeface="Arial"/>
              </a:rPr>
              <a:t>m</a:t>
            </a:r>
            <a:r>
              <a:rPr b="0" lang="es-AR" sz="1800" spc="-1" strike="noStrike">
                <a:latin typeface="Arial"/>
              </a:rPr>
              <a:t>a</a:t>
            </a:r>
            <a:endParaRPr b="0" lang="es-AR" sz="1800" spc="-1" strike="noStrike">
              <a:latin typeface="Arial"/>
            </a:endParaRPr>
          </a:p>
        </p:txBody>
      </p:sp>
      <p:sp>
        <p:nvSpPr>
          <p:cNvPr id="133" name="PlaceHolder 3"/>
          <p:cNvSpPr>
            <a:spLocks noGrp="1"/>
          </p:cNvSpPr>
          <p:nvPr>
            <p:ph type="sldNum" idx="4"/>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FDEE0F66-DF07-481B-A6D1-7905A788A76E}" type="slidenum">
              <a:rPr b="0" lang="es" sz="1000" spc="-1" strike="noStrike">
                <a:solidFill>
                  <a:srgbClr val="ffffff"/>
                </a:solidFill>
                <a:latin typeface="Roboto"/>
                <a:ea typeface="Roboto"/>
              </a:rPr>
              <a:t>&lt;número&gt;</a:t>
            </a:fld>
            <a:endParaRPr b="0" lang="es-AR"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hyperlink" Target="https://graphql.org" TargetMode="External"/><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hyperlink" Target="https://spec.graphql.org/June2018/" TargetMode="External"/><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hyperlink" Target="https://graphql.org/graphql-js/running-an-express-graphql-server/" TargetMode="External"/><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hyperlink" Target="https://countries.trevorblades.com/graphql" TargetMode="External"/><Relationship Id="rId2" Type="http://schemas.openxmlformats.org/officeDocument/2006/relationships/hyperlink" Target="https://studio.apollographql.com/sandbox/explorer" TargetMode="External"/><Relationship Id="rId3" Type="http://schemas.openxmlformats.org/officeDocument/2006/relationships/hyperlink" Target="https://swapi-graphql.netlify.app/.netlify/functions/index" TargetMode="External"/><Relationship Id="rId4"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597960" y="1775160"/>
            <a:ext cx="8221320" cy="838080"/>
          </a:xfrm>
          <a:prstGeom prst="rect">
            <a:avLst/>
          </a:prstGeom>
          <a:noFill/>
          <a:ln w="0">
            <a:noFill/>
          </a:ln>
        </p:spPr>
        <p:txBody>
          <a:bodyPr lIns="0" rIns="0" tIns="91440" bIns="91440" anchor="b">
            <a:noAutofit/>
          </a:bodyPr>
          <a:p>
            <a:pPr>
              <a:lnSpc>
                <a:spcPct val="100000"/>
              </a:lnSpc>
              <a:buNone/>
              <a:tabLst>
                <a:tab algn="l" pos="0"/>
              </a:tabLst>
            </a:pPr>
            <a:r>
              <a:rPr b="0" lang="es" sz="4200" spc="-1" strike="noStrike">
                <a:solidFill>
                  <a:srgbClr val="ffffff"/>
                </a:solidFill>
                <a:latin typeface="Roboto"/>
                <a:ea typeface="Roboto"/>
              </a:rPr>
              <a:t>GRAPHQL</a:t>
            </a:r>
            <a:endParaRPr b="0" lang="es-AR" sz="4200" spc="-1" strike="noStrike">
              <a:latin typeface="Arial"/>
            </a:endParaRPr>
          </a:p>
        </p:txBody>
      </p:sp>
      <p:sp>
        <p:nvSpPr>
          <p:cNvPr id="171" name="PlaceHolder 2"/>
          <p:cNvSpPr>
            <a:spLocks noGrp="1"/>
          </p:cNvSpPr>
          <p:nvPr>
            <p:ph type="subTitle"/>
          </p:nvPr>
        </p:nvSpPr>
        <p:spPr>
          <a:xfrm>
            <a:off x="597960" y="2715840"/>
            <a:ext cx="8386920" cy="432360"/>
          </a:xfrm>
          <a:prstGeom prst="rect">
            <a:avLst/>
          </a:prstGeom>
          <a:noFill/>
          <a:ln w="0">
            <a:noFill/>
          </a:ln>
        </p:spPr>
        <p:txBody>
          <a:bodyPr lIns="0" rIns="0" tIns="91440" bIns="91440" anchor="t">
            <a:noAutofit/>
          </a:bodyPr>
          <a:p>
            <a:pPr>
              <a:lnSpc>
                <a:spcPct val="100000"/>
              </a:lnSpc>
              <a:buNone/>
              <a:tabLst>
                <a:tab algn="l" pos="0"/>
              </a:tabLst>
            </a:pPr>
            <a:r>
              <a:rPr b="0" lang="es" sz="2100" spc="-1" strike="noStrike">
                <a:solidFill>
                  <a:srgbClr val="ffffff"/>
                </a:solidFill>
                <a:latin typeface="Roboto"/>
                <a:ea typeface="Roboto"/>
              </a:rPr>
              <a:t>Desarrollo de Software en Sistemas Distribuidos</a:t>
            </a:r>
            <a:endParaRPr b="0" lang="es-AR" sz="2100" spc="-1" strike="noStrike">
              <a:latin typeface="Arial"/>
            </a:endParaRPr>
          </a:p>
        </p:txBody>
      </p:sp>
      <p:sp>
        <p:nvSpPr>
          <p:cNvPr id="172" name="PlaceHolder 3"/>
          <p:cNvSpPr>
            <a:spLocks noGrp="1"/>
          </p:cNvSpPr>
          <p:nvPr>
            <p:ph type="sldNum" idx="5"/>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0E71984E-C709-455D-A060-FEA9115991BD}" type="slidenum">
              <a:rPr b="0" lang="es" sz="1000" spc="-1" strike="noStrike">
                <a:solidFill>
                  <a:srgbClr val="ffffff"/>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265680" y="1151280"/>
            <a:ext cx="4044600" cy="1563840"/>
          </a:xfrm>
          <a:prstGeom prst="rect">
            <a:avLst/>
          </a:prstGeom>
          <a:noFill/>
          <a:ln w="0">
            <a:noFill/>
          </a:ln>
        </p:spPr>
        <p:txBody>
          <a:bodyPr lIns="90000" rIns="90000" tIns="91440" bIns="91440" anchor="b">
            <a:noAutofit/>
          </a:bodyPr>
          <a:p>
            <a:pPr algn="ctr">
              <a:lnSpc>
                <a:spcPct val="100000"/>
              </a:lnSpc>
              <a:buNone/>
              <a:tabLst>
                <a:tab algn="l" pos="0"/>
              </a:tabLst>
            </a:pPr>
            <a:r>
              <a:rPr b="0" lang="es" sz="4200" spc="-1" strike="noStrike">
                <a:solidFill>
                  <a:srgbClr val="2a3990"/>
                </a:solidFill>
                <a:latin typeface="Roboto"/>
                <a:ea typeface="Roboto"/>
              </a:rPr>
              <a:t>GRAPHQL</a:t>
            </a:r>
            <a:endParaRPr b="0" lang="es-AR" sz="4200" spc="-1" strike="noStrike">
              <a:latin typeface="Arial"/>
            </a:endParaRPr>
          </a:p>
        </p:txBody>
      </p:sp>
      <p:sp>
        <p:nvSpPr>
          <p:cNvPr id="174" name="PlaceHolder 2"/>
          <p:cNvSpPr>
            <a:spLocks noGrp="1"/>
          </p:cNvSpPr>
          <p:nvPr>
            <p:ph type="subTitle"/>
          </p:nvPr>
        </p:nvSpPr>
        <p:spPr>
          <a:xfrm>
            <a:off x="265680" y="2769120"/>
            <a:ext cx="4044600" cy="1268640"/>
          </a:xfrm>
          <a:prstGeom prst="rect">
            <a:avLst/>
          </a:prstGeom>
          <a:noFill/>
          <a:ln w="0">
            <a:noFill/>
          </a:ln>
        </p:spPr>
        <p:txBody>
          <a:bodyPr lIns="90000" rIns="90000" tIns="91440" bIns="91440" anchor="t">
            <a:noAutofit/>
          </a:bodyPr>
          <a:p>
            <a:pPr algn="ctr">
              <a:lnSpc>
                <a:spcPct val="100000"/>
              </a:lnSpc>
              <a:buNone/>
              <a:tabLst>
                <a:tab algn="l" pos="0"/>
              </a:tabLst>
            </a:pPr>
            <a:r>
              <a:rPr b="0" lang="es" sz="2100" spc="-1" strike="noStrike">
                <a:solidFill>
                  <a:srgbClr val="434343"/>
                </a:solidFill>
                <a:latin typeface="Roboto"/>
                <a:ea typeface="Roboto"/>
              </a:rPr>
              <a:t>Lenguaje de Consulta - Entorno de Ejecución</a:t>
            </a:r>
            <a:endParaRPr b="0" lang="es-AR" sz="2100" spc="-1" strike="noStrike">
              <a:latin typeface="Arial"/>
            </a:endParaRPr>
          </a:p>
          <a:p>
            <a:pPr algn="ctr">
              <a:lnSpc>
                <a:spcPct val="100000"/>
              </a:lnSpc>
              <a:buNone/>
              <a:tabLst>
                <a:tab algn="l" pos="0"/>
              </a:tabLst>
            </a:pPr>
            <a:r>
              <a:rPr b="0" lang="es" sz="2100" spc="-1" strike="noStrike" u="sng">
                <a:solidFill>
                  <a:srgbClr val="f06292"/>
                </a:solidFill>
                <a:uFillTx/>
                <a:latin typeface="Roboto"/>
                <a:ea typeface="Roboto"/>
                <a:hlinkClick r:id="rId1"/>
              </a:rPr>
              <a:t>https://graphql.org</a:t>
            </a:r>
            <a:endParaRPr b="0" lang="es-AR" sz="2100" spc="-1" strike="noStrike">
              <a:latin typeface="Arial"/>
            </a:endParaRPr>
          </a:p>
        </p:txBody>
      </p:sp>
      <p:sp>
        <p:nvSpPr>
          <p:cNvPr id="175" name="PlaceHolder 3"/>
          <p:cNvSpPr>
            <a:spLocks noGrp="1"/>
          </p:cNvSpPr>
          <p:nvPr>
            <p:ph/>
          </p:nvPr>
        </p:nvSpPr>
        <p:spPr>
          <a:xfrm>
            <a:off x="4939560" y="724320"/>
            <a:ext cx="3836160" cy="3694320"/>
          </a:xfrm>
          <a:prstGeom prst="rect">
            <a:avLst/>
          </a:prstGeom>
          <a:noFill/>
          <a:ln w="0">
            <a:noFill/>
          </a:ln>
        </p:spPr>
        <p:txBody>
          <a:bodyPr lIns="90000" rIns="90000" tIns="91440" bIns="91440" anchor="ctr">
            <a:noAutofit/>
          </a:bodyPr>
          <a:p>
            <a:pPr>
              <a:lnSpc>
                <a:spcPct val="115000"/>
              </a:lnSpc>
              <a:spcAft>
                <a:spcPts val="1599"/>
              </a:spcAft>
              <a:buNone/>
              <a:tabLst>
                <a:tab algn="l" pos="0"/>
              </a:tabLst>
            </a:pPr>
            <a:r>
              <a:rPr b="0" lang="es" sz="1800" spc="-1" strike="noStrike">
                <a:solidFill>
                  <a:srgbClr val="ffffff"/>
                </a:solidFill>
                <a:latin typeface="Roboto"/>
                <a:ea typeface="Roboto"/>
              </a:rPr>
              <a:t>GraphQL es un </a:t>
            </a:r>
            <a:r>
              <a:rPr b="0" lang="es" sz="1800" spc="-1" strike="noStrike">
                <a:solidFill>
                  <a:srgbClr val="ffffff"/>
                </a:solidFill>
                <a:latin typeface="Roboto"/>
                <a:ea typeface="Roboto"/>
              </a:rPr>
              <a:t>lenguaje de consulta </a:t>
            </a:r>
            <a:r>
              <a:rPr b="0" lang="es" sz="1800" spc="-1" strike="noStrike">
                <a:solidFill>
                  <a:srgbClr val="ffffff"/>
                </a:solidFill>
                <a:latin typeface="Roboto"/>
                <a:ea typeface="Roboto"/>
              </a:rPr>
              <a:t>de datos, pero </a:t>
            </a:r>
            <a:r>
              <a:rPr b="0" lang="es" sz="1800" spc="-1" strike="noStrike">
                <a:solidFill>
                  <a:srgbClr val="ffffff"/>
                </a:solidFill>
                <a:latin typeface="Roboto"/>
                <a:ea typeface="Roboto"/>
              </a:rPr>
              <a:t>también un entorno </a:t>
            </a:r>
            <a:r>
              <a:rPr b="0" lang="es" sz="1800" spc="-1" strike="noStrike">
                <a:solidFill>
                  <a:srgbClr val="ffffff"/>
                </a:solidFill>
                <a:latin typeface="Roboto"/>
                <a:ea typeface="Roboto"/>
              </a:rPr>
              <a:t>de ejecución, porque </a:t>
            </a:r>
            <a:r>
              <a:rPr b="0" lang="es" sz="1800" spc="-1" strike="noStrike">
                <a:solidFill>
                  <a:srgbClr val="ffffff"/>
                </a:solidFill>
                <a:latin typeface="Roboto"/>
                <a:ea typeface="Roboto"/>
              </a:rPr>
              <a:t>permite llevar a cabo </a:t>
            </a:r>
            <a:r>
              <a:rPr b="0" lang="es" sz="1800" spc="-1" strike="noStrike">
                <a:solidFill>
                  <a:srgbClr val="ffffff"/>
                </a:solidFill>
                <a:latin typeface="Roboto"/>
                <a:ea typeface="Roboto"/>
              </a:rPr>
              <a:t>las consultas </a:t>
            </a:r>
            <a:r>
              <a:rPr b="0" lang="es" sz="1800" spc="-1" strike="noStrike">
                <a:solidFill>
                  <a:srgbClr val="ffffff"/>
                </a:solidFill>
                <a:latin typeface="Roboto"/>
                <a:ea typeface="Roboto"/>
              </a:rPr>
              <a:t>responsabilizándose </a:t>
            </a:r>
            <a:r>
              <a:rPr b="0" lang="es" sz="1800" spc="-1" strike="noStrike">
                <a:solidFill>
                  <a:srgbClr val="ffffff"/>
                </a:solidFill>
                <a:latin typeface="Roboto"/>
                <a:ea typeface="Roboto"/>
              </a:rPr>
              <a:t>del análisis y </a:t>
            </a:r>
            <a:r>
              <a:rPr b="0" lang="es" sz="1800" spc="-1" strike="noStrike">
                <a:solidFill>
                  <a:srgbClr val="ffffff"/>
                </a:solidFill>
                <a:latin typeface="Roboto"/>
                <a:ea typeface="Roboto"/>
              </a:rPr>
              <a:t>validación de estas </a:t>
            </a:r>
            <a:r>
              <a:rPr b="0" lang="es" sz="1800" spc="-1" strike="noStrike">
                <a:solidFill>
                  <a:srgbClr val="ffffff"/>
                </a:solidFill>
                <a:latin typeface="Roboto"/>
                <a:ea typeface="Roboto"/>
              </a:rPr>
              <a:t>además de la </a:t>
            </a:r>
            <a:r>
              <a:rPr b="0" lang="es" sz="1800" spc="-1" strike="noStrike">
                <a:solidFill>
                  <a:srgbClr val="ffffff"/>
                </a:solidFill>
                <a:latin typeface="Roboto"/>
                <a:ea typeface="Roboto"/>
              </a:rPr>
              <a:t>serialización de las </a:t>
            </a:r>
            <a:r>
              <a:rPr b="0" lang="es" sz="1800" spc="-1" strike="noStrike">
                <a:solidFill>
                  <a:srgbClr val="ffffff"/>
                </a:solidFill>
                <a:latin typeface="Roboto"/>
                <a:ea typeface="Roboto"/>
              </a:rPr>
              <a:t>respuestas (es decir, </a:t>
            </a:r>
            <a:r>
              <a:rPr b="0" lang="es" sz="1800" spc="-1" strike="noStrike">
                <a:solidFill>
                  <a:srgbClr val="ffffff"/>
                </a:solidFill>
                <a:latin typeface="Roboto"/>
                <a:ea typeface="Roboto"/>
              </a:rPr>
              <a:t>convertir el objeto a </a:t>
            </a:r>
            <a:r>
              <a:rPr b="0" lang="es" sz="1800" spc="-1" strike="noStrike">
                <a:solidFill>
                  <a:srgbClr val="ffffff"/>
                </a:solidFill>
                <a:latin typeface="Roboto"/>
                <a:ea typeface="Roboto"/>
              </a:rPr>
              <a:t>devolver)</a:t>
            </a:r>
            <a:endParaRPr b="0" lang="es-AR" sz="1800" spc="-1" strike="noStrike">
              <a:latin typeface="Arial"/>
            </a:endParaRPr>
          </a:p>
        </p:txBody>
      </p:sp>
      <p:sp>
        <p:nvSpPr>
          <p:cNvPr id="176" name="PlaceHolder 4"/>
          <p:cNvSpPr>
            <a:spLocks noGrp="1"/>
          </p:cNvSpPr>
          <p:nvPr>
            <p:ph type="sldNum" idx="6"/>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B87A3404-BDAA-48C1-B649-2B87326E244D}" type="slidenum">
              <a:rPr b="0" lang="es" sz="1000" spc="-1" strike="noStrike">
                <a:solidFill>
                  <a:srgbClr val="ffffff"/>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311760" y="410040"/>
            <a:ext cx="8519760" cy="606960"/>
          </a:xfrm>
          <a:prstGeom prst="rect">
            <a:avLst/>
          </a:prstGeom>
          <a:noFill/>
          <a:ln w="0">
            <a:noFill/>
          </a:ln>
        </p:spPr>
        <p:txBody>
          <a:bodyPr lIns="0" rIns="0" tIns="91440" bIns="91440" anchor="t">
            <a:noAutofit/>
          </a:bodyPr>
          <a:p>
            <a:pPr>
              <a:lnSpc>
                <a:spcPct val="100000"/>
              </a:lnSpc>
              <a:buNone/>
              <a:tabLst>
                <a:tab algn="l" pos="0"/>
              </a:tabLst>
            </a:pPr>
            <a:r>
              <a:rPr b="0" lang="es" sz="3000" spc="-1" strike="noStrike">
                <a:solidFill>
                  <a:srgbClr val="2a3990"/>
                </a:solidFill>
                <a:latin typeface="Roboto"/>
                <a:ea typeface="Roboto"/>
              </a:rPr>
              <a:t>Conceptos Previos</a:t>
            </a:r>
            <a:endParaRPr b="0" lang="es-AR" sz="3000" spc="-1" strike="noStrike">
              <a:latin typeface="Arial"/>
            </a:endParaRPr>
          </a:p>
        </p:txBody>
      </p:sp>
      <p:sp>
        <p:nvSpPr>
          <p:cNvPr id="178" name="Google Shape;101;p15"/>
          <p:cNvSpPr/>
          <p:nvPr/>
        </p:nvSpPr>
        <p:spPr>
          <a:xfrm>
            <a:off x="432360" y="1305000"/>
            <a:ext cx="2468520" cy="606960"/>
          </a:xfrm>
          <a:prstGeom prst="homePlate">
            <a:avLst>
              <a:gd name="adj" fmla="val 50000"/>
            </a:avLst>
          </a:prstGeom>
          <a:solidFill>
            <a:schemeClr val="dk1"/>
          </a:solidFill>
          <a:ln w="0">
            <a:noFill/>
          </a:ln>
        </p:spPr>
        <p:style>
          <a:lnRef idx="0"/>
          <a:fillRef idx="0"/>
          <a:effectRef idx="0"/>
          <a:fontRef idx="minor"/>
        </p:style>
      </p:sp>
      <p:sp>
        <p:nvSpPr>
          <p:cNvPr id="179" name="PlaceHolder 2"/>
          <p:cNvSpPr>
            <a:spLocks noGrp="1"/>
          </p:cNvSpPr>
          <p:nvPr>
            <p:ph/>
          </p:nvPr>
        </p:nvSpPr>
        <p:spPr>
          <a:xfrm>
            <a:off x="432360" y="1451520"/>
            <a:ext cx="2256480" cy="313560"/>
          </a:xfrm>
          <a:prstGeom prst="rect">
            <a:avLst/>
          </a:prstGeom>
          <a:noFill/>
          <a:ln w="0">
            <a:noFill/>
          </a:ln>
        </p:spPr>
        <p:txBody>
          <a:bodyPr lIns="0" rIns="0" tIns="91440" bIns="91440" anchor="ctr">
            <a:noAutofit/>
          </a:bodyPr>
          <a:p>
            <a:pPr>
              <a:lnSpc>
                <a:spcPct val="100000"/>
              </a:lnSpc>
              <a:buNone/>
              <a:tabLst>
                <a:tab algn="l" pos="0"/>
              </a:tabLst>
            </a:pPr>
            <a:r>
              <a:rPr b="0" lang="es" sz="1800" spc="-1" strike="noStrike">
                <a:solidFill>
                  <a:srgbClr val="ffffff"/>
                </a:solidFill>
                <a:latin typeface="Roboto"/>
                <a:ea typeface="Roboto"/>
              </a:rPr>
              <a:t>RPC</a:t>
            </a:r>
            <a:endParaRPr b="0" lang="es-AR" sz="1800" spc="-1" strike="noStrike">
              <a:latin typeface="Arial"/>
            </a:endParaRPr>
          </a:p>
        </p:txBody>
      </p:sp>
      <p:sp>
        <p:nvSpPr>
          <p:cNvPr id="180" name="PlaceHolder 3"/>
          <p:cNvSpPr>
            <a:spLocks noGrp="1"/>
          </p:cNvSpPr>
          <p:nvPr>
            <p:ph/>
          </p:nvPr>
        </p:nvSpPr>
        <p:spPr>
          <a:xfrm>
            <a:off x="432360" y="2070720"/>
            <a:ext cx="2471040" cy="2649960"/>
          </a:xfrm>
          <a:prstGeom prst="rect">
            <a:avLst/>
          </a:prstGeom>
          <a:noFill/>
          <a:ln w="0">
            <a:noFill/>
          </a:ln>
        </p:spPr>
        <p:txBody>
          <a:bodyPr lIns="0" rIns="0" tIns="91440" bIns="91440" anchor="t">
            <a:noAutofit/>
          </a:bodyPr>
          <a:p>
            <a:pPr>
              <a:lnSpc>
                <a:spcPct val="115000"/>
              </a:lnSpc>
              <a:buNone/>
              <a:tabLst>
                <a:tab algn="l" pos="0"/>
              </a:tabLst>
            </a:pPr>
            <a:r>
              <a:rPr b="1" lang="es" sz="1200" spc="-1" strike="noStrike">
                <a:solidFill>
                  <a:srgbClr val="434343"/>
                </a:solidFill>
                <a:latin typeface="Roboto"/>
                <a:ea typeface="Roboto"/>
              </a:rPr>
              <a:t>Obtener aplicaciones que funcionan exactamente igual en un ambiente centralizado que distribuido.</a:t>
            </a:r>
            <a:endParaRPr b="0" lang="es-AR" sz="1200" spc="-1" strike="noStrike">
              <a:latin typeface="Arial"/>
            </a:endParaRPr>
          </a:p>
          <a:p>
            <a:pPr marL="457200" indent="-298440">
              <a:lnSpc>
                <a:spcPct val="115000"/>
              </a:lnSpc>
              <a:spcBef>
                <a:spcPts val="799"/>
              </a:spcBef>
              <a:buClr>
                <a:srgbClr val="434343"/>
              </a:buClr>
              <a:buFont typeface="Roboto"/>
              <a:buChar char="●"/>
              <a:tabLst>
                <a:tab algn="l" pos="0"/>
              </a:tabLst>
            </a:pPr>
            <a:r>
              <a:rPr b="0" lang="es" sz="1100" spc="-1" strike="noStrike">
                <a:solidFill>
                  <a:srgbClr val="434343"/>
                </a:solidFill>
                <a:latin typeface="Roboto"/>
                <a:ea typeface="Roboto"/>
              </a:rPr>
              <a:t>Pasaje de parámetros</a:t>
            </a:r>
            <a:endParaRPr b="0" lang="es-AR" sz="1100" spc="-1" strike="noStrike">
              <a:latin typeface="Arial"/>
            </a:endParaRPr>
          </a:p>
          <a:p>
            <a:pPr marL="457200" indent="-298440">
              <a:lnSpc>
                <a:spcPct val="115000"/>
              </a:lnSpc>
              <a:buClr>
                <a:srgbClr val="434343"/>
              </a:buClr>
              <a:buFont typeface="Roboto"/>
              <a:buChar char="●"/>
              <a:tabLst>
                <a:tab algn="l" pos="0"/>
              </a:tabLst>
            </a:pPr>
            <a:r>
              <a:rPr b="0" lang="es" sz="1100" spc="-1" strike="noStrike">
                <a:solidFill>
                  <a:srgbClr val="434343"/>
                </a:solidFill>
                <a:latin typeface="Roboto"/>
                <a:ea typeface="Roboto"/>
              </a:rPr>
              <a:t>Binding</a:t>
            </a:r>
            <a:endParaRPr b="0" lang="es-AR" sz="1100" spc="-1" strike="noStrike">
              <a:latin typeface="Arial"/>
            </a:endParaRPr>
          </a:p>
          <a:p>
            <a:pPr marL="457200" indent="-298440">
              <a:lnSpc>
                <a:spcPct val="115000"/>
              </a:lnSpc>
              <a:buClr>
                <a:srgbClr val="434343"/>
              </a:buClr>
              <a:buFont typeface="Roboto"/>
              <a:buChar char="●"/>
              <a:tabLst>
                <a:tab algn="l" pos="0"/>
              </a:tabLst>
            </a:pPr>
            <a:r>
              <a:rPr b="0" lang="es" sz="1100" spc="-1" strike="noStrike">
                <a:solidFill>
                  <a:srgbClr val="434343"/>
                </a:solidFill>
                <a:latin typeface="Roboto"/>
                <a:ea typeface="Roboto"/>
              </a:rPr>
              <a:t>Tratamiento de excepciones</a:t>
            </a:r>
            <a:endParaRPr b="0" lang="es-AR" sz="1100" spc="-1" strike="noStrike">
              <a:latin typeface="Arial"/>
            </a:endParaRPr>
          </a:p>
          <a:p>
            <a:pPr marL="457200" indent="-298440">
              <a:lnSpc>
                <a:spcPct val="115000"/>
              </a:lnSpc>
              <a:buClr>
                <a:srgbClr val="434343"/>
              </a:buClr>
              <a:buFont typeface="Roboto"/>
              <a:buChar char="●"/>
              <a:tabLst>
                <a:tab algn="l" pos="0"/>
              </a:tabLst>
            </a:pPr>
            <a:r>
              <a:rPr b="0" lang="es" sz="1100" spc="-1" strike="noStrike">
                <a:solidFill>
                  <a:srgbClr val="434343"/>
                </a:solidFill>
                <a:latin typeface="Roboto"/>
                <a:ea typeface="Roboto"/>
              </a:rPr>
              <a:t>Trasparencia de la representación de datos</a:t>
            </a:r>
            <a:endParaRPr b="0" lang="es-AR" sz="1100" spc="-1" strike="noStrike">
              <a:latin typeface="Arial"/>
            </a:endParaRPr>
          </a:p>
          <a:p>
            <a:pPr>
              <a:lnSpc>
                <a:spcPct val="115000"/>
              </a:lnSpc>
              <a:spcBef>
                <a:spcPts val="799"/>
              </a:spcBef>
              <a:buNone/>
              <a:tabLst>
                <a:tab algn="l" pos="0"/>
              </a:tabLst>
            </a:pPr>
            <a:endParaRPr b="0" lang="es-AR" sz="1600" spc="-1" strike="noStrike">
              <a:latin typeface="Arial"/>
            </a:endParaRPr>
          </a:p>
          <a:p>
            <a:pPr>
              <a:lnSpc>
                <a:spcPct val="115000"/>
              </a:lnSpc>
              <a:spcBef>
                <a:spcPts val="799"/>
              </a:spcBef>
              <a:spcAft>
                <a:spcPts val="799"/>
              </a:spcAft>
              <a:buNone/>
              <a:tabLst>
                <a:tab algn="l" pos="0"/>
              </a:tabLst>
            </a:pPr>
            <a:endParaRPr b="0" lang="es-AR" sz="1600" spc="-1" strike="noStrike">
              <a:latin typeface="Arial"/>
            </a:endParaRPr>
          </a:p>
        </p:txBody>
      </p:sp>
      <p:sp>
        <p:nvSpPr>
          <p:cNvPr id="181" name="Google Shape;104;p15"/>
          <p:cNvSpPr/>
          <p:nvPr/>
        </p:nvSpPr>
        <p:spPr>
          <a:xfrm>
            <a:off x="3044880" y="1305000"/>
            <a:ext cx="2759760" cy="606960"/>
          </a:xfrm>
          <a:prstGeom prst="chevron">
            <a:avLst>
              <a:gd name="adj" fmla="val 50000"/>
            </a:avLst>
          </a:prstGeom>
          <a:solidFill>
            <a:schemeClr val="dk1"/>
          </a:solidFill>
          <a:ln w="0">
            <a:noFill/>
          </a:ln>
        </p:spPr>
        <p:style>
          <a:lnRef idx="0"/>
          <a:fillRef idx="0"/>
          <a:effectRef idx="0"/>
          <a:fontRef idx="minor"/>
        </p:style>
      </p:sp>
      <p:sp>
        <p:nvSpPr>
          <p:cNvPr id="182" name="PlaceHolder 4"/>
          <p:cNvSpPr>
            <a:spLocks noGrp="1"/>
          </p:cNvSpPr>
          <p:nvPr>
            <p:ph/>
          </p:nvPr>
        </p:nvSpPr>
        <p:spPr>
          <a:xfrm>
            <a:off x="3336120" y="1451520"/>
            <a:ext cx="2256480" cy="313560"/>
          </a:xfrm>
          <a:prstGeom prst="rect">
            <a:avLst/>
          </a:prstGeom>
          <a:noFill/>
          <a:ln w="0">
            <a:noFill/>
          </a:ln>
        </p:spPr>
        <p:txBody>
          <a:bodyPr lIns="0" rIns="0" tIns="91440" bIns="91440" anchor="ctr">
            <a:noAutofit/>
          </a:bodyPr>
          <a:p>
            <a:pPr>
              <a:lnSpc>
                <a:spcPct val="100000"/>
              </a:lnSpc>
              <a:buNone/>
              <a:tabLst>
                <a:tab algn="l" pos="0"/>
              </a:tabLst>
            </a:pPr>
            <a:r>
              <a:rPr b="0" lang="es" sz="1800" spc="-1" strike="noStrike">
                <a:solidFill>
                  <a:srgbClr val="ffffff"/>
                </a:solidFill>
                <a:latin typeface="Roboto"/>
                <a:ea typeface="Roboto"/>
              </a:rPr>
              <a:t>SOAP</a:t>
            </a:r>
            <a:endParaRPr b="0" lang="es-AR" sz="1800" spc="-1" strike="noStrike">
              <a:latin typeface="Arial"/>
            </a:endParaRPr>
          </a:p>
        </p:txBody>
      </p:sp>
      <p:sp>
        <p:nvSpPr>
          <p:cNvPr id="183" name="PlaceHolder 5"/>
          <p:cNvSpPr>
            <a:spLocks noGrp="1"/>
          </p:cNvSpPr>
          <p:nvPr>
            <p:ph/>
          </p:nvPr>
        </p:nvSpPr>
        <p:spPr>
          <a:xfrm>
            <a:off x="3336120" y="2070720"/>
            <a:ext cx="2471040" cy="2649960"/>
          </a:xfrm>
          <a:prstGeom prst="rect">
            <a:avLst/>
          </a:prstGeom>
          <a:noFill/>
          <a:ln w="0">
            <a:noFill/>
          </a:ln>
        </p:spPr>
        <p:txBody>
          <a:bodyPr lIns="0" rIns="0" tIns="91440" bIns="91440" anchor="t">
            <a:noAutofit/>
          </a:bodyPr>
          <a:p>
            <a:pPr>
              <a:lnSpc>
                <a:spcPct val="115000"/>
              </a:lnSpc>
              <a:buNone/>
              <a:tabLst>
                <a:tab algn="l" pos="0"/>
              </a:tabLst>
            </a:pPr>
            <a:r>
              <a:rPr b="1" lang="es" sz="1600" spc="-1" strike="noStrike">
                <a:solidFill>
                  <a:srgbClr val="434343"/>
                </a:solidFill>
                <a:latin typeface="Roboto"/>
                <a:ea typeface="Roboto"/>
              </a:rPr>
              <a:t>Basado en XML</a:t>
            </a:r>
            <a:endParaRPr b="0" lang="es-AR" sz="1600" spc="-1" strike="noStrike">
              <a:latin typeface="Arial"/>
            </a:endParaRPr>
          </a:p>
          <a:p>
            <a:pPr marL="457200" indent="-311040">
              <a:lnSpc>
                <a:spcPct val="115000"/>
              </a:lnSpc>
              <a:spcBef>
                <a:spcPts val="799"/>
              </a:spcBef>
              <a:buClr>
                <a:srgbClr val="434343"/>
              </a:buClr>
              <a:buFont typeface="Roboto"/>
              <a:buChar char="●"/>
              <a:tabLst>
                <a:tab algn="l" pos="0"/>
              </a:tabLst>
            </a:pPr>
            <a:r>
              <a:rPr b="0" lang="es" sz="1300" spc="-1" strike="noStrike">
                <a:solidFill>
                  <a:srgbClr val="434343"/>
                </a:solidFill>
                <a:latin typeface="Roboto"/>
                <a:ea typeface="Roboto"/>
              </a:rPr>
              <a:t>Interface de invocación a una función distribuida similar a RPC. </a:t>
            </a:r>
            <a:endParaRPr b="0" lang="es-AR" sz="1300" spc="-1" strike="noStrike">
              <a:latin typeface="Arial"/>
            </a:endParaRPr>
          </a:p>
          <a:p>
            <a:pPr marL="457200" indent="-311040">
              <a:lnSpc>
                <a:spcPct val="115000"/>
              </a:lnSpc>
              <a:spcBef>
                <a:spcPts val="799"/>
              </a:spcBef>
              <a:buClr>
                <a:srgbClr val="434343"/>
              </a:buClr>
              <a:buFont typeface="Roboto"/>
              <a:buChar char="●"/>
              <a:tabLst>
                <a:tab algn="l" pos="0"/>
              </a:tabLst>
            </a:pPr>
            <a:r>
              <a:rPr b="0" lang="es" sz="1300" spc="-1" strike="noStrike">
                <a:solidFill>
                  <a:srgbClr val="434343"/>
                </a:solidFill>
                <a:latin typeface="Roboto"/>
                <a:ea typeface="Roboto"/>
              </a:rPr>
              <a:t>describe el formato de los mensajes que utiliza y a cuales puede responder.</a:t>
            </a:r>
            <a:endParaRPr b="0" lang="es-AR" sz="1300" spc="-1" strike="noStrike">
              <a:latin typeface="Arial"/>
            </a:endParaRPr>
          </a:p>
          <a:p>
            <a:pPr marL="457200" indent="-311040">
              <a:lnSpc>
                <a:spcPct val="115000"/>
              </a:lnSpc>
              <a:spcBef>
                <a:spcPts val="799"/>
              </a:spcBef>
              <a:spcAft>
                <a:spcPts val="799"/>
              </a:spcAft>
              <a:buClr>
                <a:srgbClr val="434343"/>
              </a:buClr>
              <a:buFont typeface="Roboto"/>
              <a:buChar char="●"/>
              <a:tabLst>
                <a:tab algn="l" pos="0"/>
              </a:tabLst>
            </a:pPr>
            <a:r>
              <a:rPr b="0" lang="es" sz="1300" spc="-1" strike="noStrike">
                <a:solidFill>
                  <a:srgbClr val="434343"/>
                </a:solidFill>
                <a:latin typeface="Roboto"/>
                <a:ea typeface="Roboto"/>
              </a:rPr>
              <a:t>Menor Flexibilidad.</a:t>
            </a:r>
            <a:endParaRPr b="0" lang="es-AR" sz="1300" spc="-1" strike="noStrike">
              <a:latin typeface="Arial"/>
            </a:endParaRPr>
          </a:p>
        </p:txBody>
      </p:sp>
      <p:sp>
        <p:nvSpPr>
          <p:cNvPr id="184" name="Google Shape;107;p15"/>
          <p:cNvSpPr/>
          <p:nvPr/>
        </p:nvSpPr>
        <p:spPr>
          <a:xfrm>
            <a:off x="5948640" y="1305000"/>
            <a:ext cx="2759760" cy="606960"/>
          </a:xfrm>
          <a:prstGeom prst="chevron">
            <a:avLst>
              <a:gd name="adj" fmla="val 50000"/>
            </a:avLst>
          </a:prstGeom>
          <a:solidFill>
            <a:schemeClr val="dk1"/>
          </a:solidFill>
          <a:ln w="0">
            <a:noFill/>
          </a:ln>
        </p:spPr>
        <p:style>
          <a:lnRef idx="0"/>
          <a:fillRef idx="0"/>
          <a:effectRef idx="0"/>
          <a:fontRef idx="minor"/>
        </p:style>
      </p:sp>
      <p:sp>
        <p:nvSpPr>
          <p:cNvPr id="185" name="PlaceHolder 6"/>
          <p:cNvSpPr>
            <a:spLocks noGrp="1"/>
          </p:cNvSpPr>
          <p:nvPr>
            <p:ph/>
          </p:nvPr>
        </p:nvSpPr>
        <p:spPr>
          <a:xfrm>
            <a:off x="6254280" y="1451520"/>
            <a:ext cx="2256480" cy="313560"/>
          </a:xfrm>
          <a:prstGeom prst="rect">
            <a:avLst/>
          </a:prstGeom>
          <a:noFill/>
          <a:ln w="0">
            <a:noFill/>
          </a:ln>
        </p:spPr>
        <p:txBody>
          <a:bodyPr lIns="0" rIns="0" tIns="91440" bIns="91440" anchor="ctr">
            <a:noAutofit/>
          </a:bodyPr>
          <a:p>
            <a:pPr>
              <a:lnSpc>
                <a:spcPct val="100000"/>
              </a:lnSpc>
              <a:buNone/>
              <a:tabLst>
                <a:tab algn="l" pos="0"/>
              </a:tabLst>
            </a:pPr>
            <a:r>
              <a:rPr b="0" lang="es" sz="1800" spc="-1" strike="noStrike">
                <a:solidFill>
                  <a:srgbClr val="ffffff"/>
                </a:solidFill>
                <a:latin typeface="Roboto"/>
                <a:ea typeface="Roboto"/>
              </a:rPr>
              <a:t>RESTFULL</a:t>
            </a:r>
            <a:endParaRPr b="0" lang="es-AR" sz="1800" spc="-1" strike="noStrike">
              <a:latin typeface="Arial"/>
            </a:endParaRPr>
          </a:p>
        </p:txBody>
      </p:sp>
      <p:sp>
        <p:nvSpPr>
          <p:cNvPr id="186" name="PlaceHolder 7"/>
          <p:cNvSpPr>
            <a:spLocks noGrp="1"/>
          </p:cNvSpPr>
          <p:nvPr>
            <p:ph/>
          </p:nvPr>
        </p:nvSpPr>
        <p:spPr>
          <a:xfrm>
            <a:off x="6254280" y="2070720"/>
            <a:ext cx="2471040" cy="2649960"/>
          </a:xfrm>
          <a:prstGeom prst="rect">
            <a:avLst/>
          </a:prstGeom>
          <a:noFill/>
          <a:ln w="0">
            <a:noFill/>
          </a:ln>
        </p:spPr>
        <p:txBody>
          <a:bodyPr lIns="0" rIns="0" tIns="91440" bIns="91440" anchor="t">
            <a:noAutofit/>
          </a:bodyPr>
          <a:p>
            <a:pPr>
              <a:lnSpc>
                <a:spcPct val="115000"/>
              </a:lnSpc>
              <a:buNone/>
              <a:tabLst>
                <a:tab algn="l" pos="0"/>
              </a:tabLst>
            </a:pPr>
            <a:r>
              <a:rPr b="1" lang="es" sz="1600" spc="-1" strike="noStrike">
                <a:solidFill>
                  <a:srgbClr val="434343"/>
                </a:solidFill>
                <a:latin typeface="Roboto"/>
                <a:ea typeface="Roboto"/>
              </a:rPr>
              <a:t>El más popular </a:t>
            </a:r>
            <a:endParaRPr b="0" lang="es-AR" sz="1600" spc="-1" strike="noStrike">
              <a:latin typeface="Arial"/>
            </a:endParaRPr>
          </a:p>
          <a:p>
            <a:pPr marL="457200" indent="-317520">
              <a:lnSpc>
                <a:spcPct val="115000"/>
              </a:lnSpc>
              <a:spcBef>
                <a:spcPts val="799"/>
              </a:spcBef>
              <a:buClr>
                <a:srgbClr val="434343"/>
              </a:buClr>
              <a:buFont typeface="Roboto"/>
              <a:buChar char="●"/>
              <a:tabLst>
                <a:tab algn="l" pos="0"/>
              </a:tabLst>
            </a:pPr>
            <a:r>
              <a:rPr b="0" lang="es" sz="1400" spc="-1" strike="noStrike">
                <a:solidFill>
                  <a:srgbClr val="434343"/>
                </a:solidFill>
                <a:latin typeface="Roboto"/>
                <a:ea typeface="Roboto"/>
              </a:rPr>
              <a:t>Interfaz común, operaciones GET, POST, PUT y DELETE.</a:t>
            </a:r>
            <a:endParaRPr b="0" lang="es-AR" sz="1400" spc="-1" strike="noStrike">
              <a:latin typeface="Arial"/>
            </a:endParaRPr>
          </a:p>
          <a:p>
            <a:pPr marL="457200" indent="-317520">
              <a:lnSpc>
                <a:spcPct val="115000"/>
              </a:lnSpc>
              <a:buClr>
                <a:srgbClr val="434343"/>
              </a:buClr>
              <a:buFont typeface="Roboto"/>
              <a:buChar char="●"/>
              <a:tabLst>
                <a:tab algn="l" pos="0"/>
              </a:tabLst>
            </a:pPr>
            <a:r>
              <a:rPr b="0" lang="es" sz="1400" spc="-1" strike="noStrike">
                <a:solidFill>
                  <a:srgbClr val="434343"/>
                </a:solidFill>
                <a:latin typeface="Roboto"/>
                <a:ea typeface="Roboto"/>
              </a:rPr>
              <a:t>No tienen estado ni acceden a información de contexto. </a:t>
            </a:r>
            <a:endParaRPr b="0" lang="es-AR" sz="1400" spc="-1" strike="noStrike">
              <a:latin typeface="Arial"/>
            </a:endParaRPr>
          </a:p>
          <a:p>
            <a:pPr marL="457200" indent="-317520">
              <a:lnSpc>
                <a:spcPct val="115000"/>
              </a:lnSpc>
              <a:buClr>
                <a:srgbClr val="434343"/>
              </a:buClr>
              <a:buFont typeface="Roboto"/>
              <a:buChar char="●"/>
              <a:tabLst>
                <a:tab algn="l" pos="0"/>
              </a:tabLst>
            </a:pPr>
            <a:r>
              <a:rPr b="0" lang="es" sz="1400" spc="-1" strike="noStrike">
                <a:solidFill>
                  <a:srgbClr val="434343"/>
                </a:solidFill>
                <a:latin typeface="Roboto"/>
                <a:ea typeface="Roboto"/>
              </a:rPr>
              <a:t>Permite transmitir XML, JSON, Text.</a:t>
            </a:r>
            <a:endParaRPr b="0" lang="es-AR" sz="1400" spc="-1" strike="noStrike">
              <a:latin typeface="Arial"/>
            </a:endParaRPr>
          </a:p>
          <a:p>
            <a:pPr>
              <a:lnSpc>
                <a:spcPct val="115000"/>
              </a:lnSpc>
              <a:spcBef>
                <a:spcPts val="799"/>
              </a:spcBef>
              <a:spcAft>
                <a:spcPts val="799"/>
              </a:spcAft>
              <a:buNone/>
              <a:tabLst>
                <a:tab algn="l" pos="0"/>
              </a:tabLst>
            </a:pPr>
            <a:endParaRPr b="0" lang="es-AR" sz="1600" spc="-1" strike="noStrike">
              <a:latin typeface="Arial"/>
            </a:endParaRPr>
          </a:p>
        </p:txBody>
      </p:sp>
      <p:sp>
        <p:nvSpPr>
          <p:cNvPr id="187" name="PlaceHolder 8"/>
          <p:cNvSpPr>
            <a:spLocks noGrp="1"/>
          </p:cNvSpPr>
          <p:nvPr>
            <p:ph type="sldNum" idx="7"/>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434343"/>
                </a:solidFill>
                <a:latin typeface="Roboto"/>
                <a:ea typeface="Roboto"/>
              </a:defRPr>
            </a:lvl1pPr>
          </a:lstStyle>
          <a:p>
            <a:pPr algn="r">
              <a:lnSpc>
                <a:spcPct val="100000"/>
              </a:lnSpc>
              <a:buNone/>
              <a:tabLst>
                <a:tab algn="l" pos="0"/>
              </a:tabLst>
            </a:pPr>
            <a:fld id="{73F4A7FD-9A30-4717-AB23-6E91F9B506F8}" type="slidenum">
              <a:rPr b="0" lang="es" sz="1000" spc="-1" strike="noStrike">
                <a:solidFill>
                  <a:srgbClr val="434343"/>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311760" y="410040"/>
            <a:ext cx="8519760" cy="606960"/>
          </a:xfrm>
          <a:prstGeom prst="rect">
            <a:avLst/>
          </a:prstGeom>
          <a:noFill/>
          <a:ln w="0">
            <a:noFill/>
          </a:ln>
        </p:spPr>
        <p:txBody>
          <a:bodyPr lIns="0" rIns="0" tIns="91440" bIns="91440" anchor="t">
            <a:noAutofit/>
          </a:bodyPr>
          <a:p>
            <a:pPr>
              <a:lnSpc>
                <a:spcPct val="100000"/>
              </a:lnSpc>
              <a:buNone/>
              <a:tabLst>
                <a:tab algn="l" pos="0"/>
              </a:tabLst>
            </a:pPr>
            <a:r>
              <a:rPr b="0" lang="es" sz="3000" spc="-1" strike="noStrike">
                <a:solidFill>
                  <a:srgbClr val="2a3990"/>
                </a:solidFill>
                <a:latin typeface="Roboto"/>
                <a:ea typeface="Roboto"/>
              </a:rPr>
              <a:t>Problemas de REST</a:t>
            </a:r>
            <a:endParaRPr b="0" lang="es-AR" sz="3000" spc="-1" strike="noStrike">
              <a:latin typeface="Arial"/>
            </a:endParaRPr>
          </a:p>
        </p:txBody>
      </p:sp>
      <p:grpSp>
        <p:nvGrpSpPr>
          <p:cNvPr id="189" name="Google Shape;116;p16"/>
          <p:cNvGrpSpPr/>
          <p:nvPr/>
        </p:nvGrpSpPr>
        <p:grpSpPr>
          <a:xfrm>
            <a:off x="432000" y="1305000"/>
            <a:ext cx="2628360" cy="2875680"/>
            <a:chOff x="432000" y="1305000"/>
            <a:chExt cx="2628360" cy="2875680"/>
          </a:xfrm>
        </p:grpSpPr>
        <p:sp>
          <p:nvSpPr>
            <p:cNvPr id="190" name="Google Shape;117;p16"/>
            <p:cNvSpPr/>
            <p:nvPr/>
          </p:nvSpPr>
          <p:spPr>
            <a:xfrm>
              <a:off x="432000" y="1305000"/>
              <a:ext cx="2628360" cy="389880"/>
            </a:xfrm>
            <a:prstGeom prst="rect">
              <a:avLst/>
            </a:prstGeom>
            <a:solidFill>
              <a:schemeClr val="dk1"/>
            </a:solidFill>
            <a:ln w="0">
              <a:noFill/>
            </a:ln>
          </p:spPr>
          <p:style>
            <a:lnRef idx="0"/>
            <a:fillRef idx="0"/>
            <a:effectRef idx="0"/>
            <a:fontRef idx="minor"/>
          </p:style>
        </p:sp>
        <p:sp>
          <p:nvSpPr>
            <p:cNvPr id="191" name="Google Shape;118;p16"/>
            <p:cNvSpPr/>
            <p:nvPr/>
          </p:nvSpPr>
          <p:spPr>
            <a:xfrm>
              <a:off x="432000" y="1305000"/>
              <a:ext cx="2628360" cy="2875680"/>
            </a:xfrm>
            <a:prstGeom prst="rect">
              <a:avLst/>
            </a:prstGeom>
            <a:noFill/>
            <a:ln w="9525">
              <a:solidFill>
                <a:srgbClr val="2a3990"/>
              </a:solidFill>
              <a:round/>
            </a:ln>
          </p:spPr>
          <p:style>
            <a:lnRef idx="0"/>
            <a:fillRef idx="0"/>
            <a:effectRef idx="0"/>
            <a:fontRef idx="minor"/>
          </p:style>
        </p:sp>
      </p:grpSp>
      <p:sp>
        <p:nvSpPr>
          <p:cNvPr id="192" name="PlaceHolder 2"/>
          <p:cNvSpPr>
            <a:spLocks noGrp="1"/>
          </p:cNvSpPr>
          <p:nvPr>
            <p:ph/>
          </p:nvPr>
        </p:nvSpPr>
        <p:spPr>
          <a:xfrm>
            <a:off x="506520" y="1305000"/>
            <a:ext cx="2493720" cy="460800"/>
          </a:xfrm>
          <a:prstGeom prst="rect">
            <a:avLst/>
          </a:prstGeom>
          <a:noFill/>
          <a:ln w="0">
            <a:noFill/>
          </a:ln>
        </p:spPr>
        <p:txBody>
          <a:bodyPr lIns="0" rIns="0" tIns="91440" bIns="91440" anchor="t">
            <a:noAutofit/>
          </a:bodyPr>
          <a:p>
            <a:pPr>
              <a:lnSpc>
                <a:spcPct val="115000"/>
              </a:lnSpc>
              <a:buNone/>
              <a:tabLst>
                <a:tab algn="l" pos="0"/>
              </a:tabLst>
            </a:pPr>
            <a:r>
              <a:rPr b="0" lang="es" sz="1500" spc="-1" strike="noStrike">
                <a:solidFill>
                  <a:srgbClr val="ffffff"/>
                </a:solidFill>
                <a:latin typeface="Roboto"/>
                <a:ea typeface="Roboto"/>
              </a:rPr>
              <a:t>Overfetching (Sobrecarga)</a:t>
            </a:r>
            <a:endParaRPr b="0" lang="es-AR" sz="1500" spc="-1" strike="noStrike">
              <a:latin typeface="Arial"/>
            </a:endParaRPr>
          </a:p>
        </p:txBody>
      </p:sp>
      <p:sp>
        <p:nvSpPr>
          <p:cNvPr id="193" name="PlaceHolder 3"/>
          <p:cNvSpPr>
            <a:spLocks noGrp="1"/>
          </p:cNvSpPr>
          <p:nvPr>
            <p:ph/>
          </p:nvPr>
        </p:nvSpPr>
        <p:spPr>
          <a:xfrm>
            <a:off x="508320" y="1850400"/>
            <a:ext cx="2477880" cy="1735560"/>
          </a:xfrm>
          <a:prstGeom prst="rect">
            <a:avLst/>
          </a:prstGeom>
          <a:noFill/>
          <a:ln w="0">
            <a:noFill/>
          </a:ln>
        </p:spPr>
        <p:txBody>
          <a:bodyPr lIns="0" rIns="0" tIns="91440" bIns="91440" anchor="t">
            <a:noAutofit/>
          </a:bodyPr>
          <a:p>
            <a:pPr>
              <a:lnSpc>
                <a:spcPct val="115000"/>
              </a:lnSpc>
              <a:spcAft>
                <a:spcPts val="1599"/>
              </a:spcAft>
              <a:buNone/>
              <a:tabLst>
                <a:tab algn="l" pos="0"/>
              </a:tabLst>
            </a:pPr>
            <a:r>
              <a:rPr b="0" lang="es" sz="1600" spc="-1" strike="noStrike">
                <a:solidFill>
                  <a:srgbClr val="434343"/>
                </a:solidFill>
                <a:latin typeface="Roboto"/>
                <a:ea typeface="Roboto"/>
              </a:rPr>
              <a:t>Una respuesta supera las necesidades de datos de nuestra aplicación.</a:t>
            </a:r>
            <a:endParaRPr b="0" lang="es-AR" sz="1600" spc="-1" strike="noStrike">
              <a:latin typeface="Arial"/>
            </a:endParaRPr>
          </a:p>
        </p:txBody>
      </p:sp>
      <p:grpSp>
        <p:nvGrpSpPr>
          <p:cNvPr id="194" name="Google Shape;121;p16"/>
          <p:cNvGrpSpPr/>
          <p:nvPr/>
        </p:nvGrpSpPr>
        <p:grpSpPr>
          <a:xfrm>
            <a:off x="3320280" y="1305000"/>
            <a:ext cx="2631960" cy="2875680"/>
            <a:chOff x="3320280" y="1305000"/>
            <a:chExt cx="2631960" cy="2875680"/>
          </a:xfrm>
        </p:grpSpPr>
        <p:sp>
          <p:nvSpPr>
            <p:cNvPr id="195" name="Google Shape;122;p16"/>
            <p:cNvSpPr/>
            <p:nvPr/>
          </p:nvSpPr>
          <p:spPr>
            <a:xfrm>
              <a:off x="3323880" y="1305000"/>
              <a:ext cx="2628360" cy="389880"/>
            </a:xfrm>
            <a:prstGeom prst="rect">
              <a:avLst/>
            </a:prstGeom>
            <a:solidFill>
              <a:schemeClr val="dk1"/>
            </a:solidFill>
            <a:ln w="0">
              <a:noFill/>
            </a:ln>
          </p:spPr>
          <p:style>
            <a:lnRef idx="0"/>
            <a:fillRef idx="0"/>
            <a:effectRef idx="0"/>
            <a:fontRef idx="minor"/>
          </p:style>
        </p:sp>
        <p:sp>
          <p:nvSpPr>
            <p:cNvPr id="196" name="Google Shape;123;p16"/>
            <p:cNvSpPr/>
            <p:nvPr/>
          </p:nvSpPr>
          <p:spPr>
            <a:xfrm>
              <a:off x="3320280" y="1305000"/>
              <a:ext cx="2628360" cy="2875680"/>
            </a:xfrm>
            <a:prstGeom prst="rect">
              <a:avLst/>
            </a:prstGeom>
            <a:noFill/>
            <a:ln w="9525">
              <a:solidFill>
                <a:srgbClr val="2a3990"/>
              </a:solidFill>
              <a:round/>
            </a:ln>
          </p:spPr>
          <p:style>
            <a:lnRef idx="0"/>
            <a:fillRef idx="0"/>
            <a:effectRef idx="0"/>
            <a:fontRef idx="minor"/>
          </p:style>
        </p:sp>
      </p:grpSp>
      <p:sp>
        <p:nvSpPr>
          <p:cNvPr id="197" name="PlaceHolder 4"/>
          <p:cNvSpPr>
            <a:spLocks noGrp="1"/>
          </p:cNvSpPr>
          <p:nvPr>
            <p:ph/>
          </p:nvPr>
        </p:nvSpPr>
        <p:spPr>
          <a:xfrm>
            <a:off x="3323880" y="1234080"/>
            <a:ext cx="2628360" cy="503640"/>
          </a:xfrm>
          <a:prstGeom prst="rect">
            <a:avLst/>
          </a:prstGeom>
          <a:noFill/>
          <a:ln w="0">
            <a:noFill/>
          </a:ln>
        </p:spPr>
        <p:txBody>
          <a:bodyPr lIns="0" rIns="0" tIns="91440" bIns="91440" anchor="t">
            <a:noAutofit/>
          </a:bodyPr>
          <a:p>
            <a:pPr>
              <a:lnSpc>
                <a:spcPct val="115000"/>
              </a:lnSpc>
              <a:buNone/>
              <a:tabLst>
                <a:tab algn="l" pos="0"/>
              </a:tabLst>
            </a:pPr>
            <a:r>
              <a:rPr b="0" lang="es" sz="1100" spc="-1" strike="noStrike">
                <a:solidFill>
                  <a:srgbClr val="ffffff"/>
                </a:solidFill>
                <a:latin typeface="Roboto"/>
                <a:ea typeface="Roboto"/>
              </a:rPr>
              <a:t>Underfetching (captura ineficiente)</a:t>
            </a:r>
            <a:endParaRPr b="0" lang="es-AR" sz="1100" spc="-1" strike="noStrike">
              <a:latin typeface="Arial"/>
            </a:endParaRPr>
          </a:p>
        </p:txBody>
      </p:sp>
      <p:sp>
        <p:nvSpPr>
          <p:cNvPr id="198" name="PlaceHolder 5"/>
          <p:cNvSpPr>
            <a:spLocks noGrp="1"/>
          </p:cNvSpPr>
          <p:nvPr>
            <p:ph/>
          </p:nvPr>
        </p:nvSpPr>
        <p:spPr>
          <a:xfrm>
            <a:off x="3396600" y="1850400"/>
            <a:ext cx="2477880" cy="1093320"/>
          </a:xfrm>
          <a:prstGeom prst="rect">
            <a:avLst/>
          </a:prstGeom>
          <a:noFill/>
          <a:ln w="0">
            <a:noFill/>
          </a:ln>
        </p:spPr>
        <p:txBody>
          <a:bodyPr lIns="0" rIns="0" tIns="91440" bIns="91440" anchor="t">
            <a:noAutofit/>
          </a:bodyPr>
          <a:p>
            <a:pPr>
              <a:lnSpc>
                <a:spcPct val="115000"/>
              </a:lnSpc>
              <a:spcAft>
                <a:spcPts val="1599"/>
              </a:spcAft>
              <a:buNone/>
              <a:tabLst>
                <a:tab algn="l" pos="0"/>
              </a:tabLst>
            </a:pPr>
            <a:r>
              <a:rPr b="0" lang="es" sz="1600" spc="-1" strike="noStrike">
                <a:solidFill>
                  <a:srgbClr val="434343"/>
                </a:solidFill>
                <a:latin typeface="Roboto"/>
                <a:ea typeface="Roboto"/>
              </a:rPr>
              <a:t>Varias consultas para obtener una cantidad de información necesaria</a:t>
            </a:r>
            <a:endParaRPr b="0" lang="es-AR" sz="1600" spc="-1" strike="noStrike">
              <a:latin typeface="Arial"/>
            </a:endParaRPr>
          </a:p>
        </p:txBody>
      </p:sp>
      <p:grpSp>
        <p:nvGrpSpPr>
          <p:cNvPr id="199" name="Google Shape;126;p16"/>
          <p:cNvGrpSpPr/>
          <p:nvPr/>
        </p:nvGrpSpPr>
        <p:grpSpPr>
          <a:xfrm>
            <a:off x="6212520" y="1305000"/>
            <a:ext cx="2631960" cy="2875680"/>
            <a:chOff x="6212520" y="1305000"/>
            <a:chExt cx="2631960" cy="2875680"/>
          </a:xfrm>
        </p:grpSpPr>
        <p:sp>
          <p:nvSpPr>
            <p:cNvPr id="200" name="Google Shape;127;p16"/>
            <p:cNvSpPr/>
            <p:nvPr/>
          </p:nvSpPr>
          <p:spPr>
            <a:xfrm>
              <a:off x="6215400" y="1305000"/>
              <a:ext cx="2628360" cy="2875680"/>
            </a:xfrm>
            <a:prstGeom prst="rect">
              <a:avLst/>
            </a:prstGeom>
            <a:noFill/>
            <a:ln w="9525">
              <a:solidFill>
                <a:srgbClr val="2a3990"/>
              </a:solidFill>
              <a:round/>
            </a:ln>
          </p:spPr>
          <p:style>
            <a:lnRef idx="0"/>
            <a:fillRef idx="0"/>
            <a:effectRef idx="0"/>
            <a:fontRef idx="minor"/>
          </p:style>
        </p:sp>
        <p:sp>
          <p:nvSpPr>
            <p:cNvPr id="201" name="Google Shape;128;p16"/>
            <p:cNvSpPr/>
            <p:nvPr/>
          </p:nvSpPr>
          <p:spPr>
            <a:xfrm>
              <a:off x="6212520" y="1305000"/>
              <a:ext cx="2631960" cy="389880"/>
            </a:xfrm>
            <a:prstGeom prst="rect">
              <a:avLst/>
            </a:prstGeom>
            <a:solidFill>
              <a:schemeClr val="dk1"/>
            </a:solidFill>
            <a:ln w="0">
              <a:noFill/>
            </a:ln>
          </p:spPr>
          <p:style>
            <a:lnRef idx="0"/>
            <a:fillRef idx="0"/>
            <a:effectRef idx="0"/>
            <a:fontRef idx="minor"/>
          </p:style>
        </p:sp>
      </p:grpSp>
      <p:sp>
        <p:nvSpPr>
          <p:cNvPr id="202" name="PlaceHolder 6"/>
          <p:cNvSpPr>
            <a:spLocks noGrp="1"/>
          </p:cNvSpPr>
          <p:nvPr>
            <p:ph/>
          </p:nvPr>
        </p:nvSpPr>
        <p:spPr>
          <a:xfrm>
            <a:off x="6272640" y="1305000"/>
            <a:ext cx="2571840" cy="460800"/>
          </a:xfrm>
          <a:prstGeom prst="rect">
            <a:avLst/>
          </a:prstGeom>
          <a:noFill/>
          <a:ln w="0">
            <a:noFill/>
          </a:ln>
        </p:spPr>
        <p:txBody>
          <a:bodyPr lIns="0" rIns="0" tIns="91440" bIns="91440" anchor="t">
            <a:noAutofit/>
          </a:bodyPr>
          <a:p>
            <a:pPr>
              <a:lnSpc>
                <a:spcPct val="115000"/>
              </a:lnSpc>
              <a:buNone/>
              <a:tabLst>
                <a:tab algn="l" pos="0"/>
              </a:tabLst>
            </a:pPr>
            <a:r>
              <a:rPr b="0" lang="es" sz="1600" spc="-1" strike="noStrike">
                <a:solidFill>
                  <a:srgbClr val="ffffff"/>
                </a:solidFill>
                <a:latin typeface="Roboto"/>
                <a:ea typeface="Roboto"/>
              </a:rPr>
              <a:t>Gestión de Enpoints</a:t>
            </a:r>
            <a:endParaRPr b="0" lang="es-AR" sz="1600" spc="-1" strike="noStrike">
              <a:latin typeface="Arial"/>
            </a:endParaRPr>
          </a:p>
          <a:p>
            <a:pPr>
              <a:lnSpc>
                <a:spcPct val="115000"/>
              </a:lnSpc>
              <a:buNone/>
              <a:tabLst>
                <a:tab algn="l" pos="0"/>
              </a:tabLst>
            </a:pPr>
            <a:endParaRPr b="0" lang="es-AR" sz="1800" spc="-1" strike="noStrike">
              <a:latin typeface="Arial"/>
            </a:endParaRPr>
          </a:p>
          <a:p>
            <a:pPr>
              <a:lnSpc>
                <a:spcPct val="115000"/>
              </a:lnSpc>
              <a:buNone/>
              <a:tabLst>
                <a:tab algn="l" pos="0"/>
              </a:tabLst>
            </a:pPr>
            <a:endParaRPr b="0" lang="es-AR" sz="1800" spc="-1" strike="noStrike">
              <a:latin typeface="Arial"/>
            </a:endParaRPr>
          </a:p>
        </p:txBody>
      </p:sp>
      <p:sp>
        <p:nvSpPr>
          <p:cNvPr id="203" name="PlaceHolder 7"/>
          <p:cNvSpPr>
            <a:spLocks noGrp="1"/>
          </p:cNvSpPr>
          <p:nvPr>
            <p:ph/>
          </p:nvPr>
        </p:nvSpPr>
        <p:spPr>
          <a:xfrm>
            <a:off x="6286320" y="1850400"/>
            <a:ext cx="2477880" cy="2329920"/>
          </a:xfrm>
          <a:prstGeom prst="rect">
            <a:avLst/>
          </a:prstGeom>
          <a:noFill/>
          <a:ln w="0">
            <a:noFill/>
          </a:ln>
        </p:spPr>
        <p:txBody>
          <a:bodyPr lIns="0" rIns="0" tIns="91440" bIns="91440" anchor="t">
            <a:noAutofit/>
          </a:bodyPr>
          <a:p>
            <a:pPr>
              <a:lnSpc>
                <a:spcPct val="115000"/>
              </a:lnSpc>
              <a:spcAft>
                <a:spcPts val="1599"/>
              </a:spcAft>
              <a:buNone/>
              <a:tabLst>
                <a:tab algn="l" pos="0"/>
              </a:tabLst>
            </a:pPr>
            <a:r>
              <a:rPr b="0" lang="es" sz="1300" spc="-1" strike="noStrike">
                <a:solidFill>
                  <a:srgbClr val="434343"/>
                </a:solidFill>
                <a:latin typeface="Roboto"/>
                <a:ea typeface="Roboto"/>
              </a:rPr>
              <a:t>A medida que cambian las necesidades del cliente, normalmente tiene que crear nuevos enpoints, y esos puntos finales pueden comenzar a multiplicarse rápidamente.</a:t>
            </a:r>
            <a:endParaRPr b="0" lang="es-AR" sz="1300" spc="-1" strike="noStrike">
              <a:latin typeface="Arial"/>
            </a:endParaRPr>
          </a:p>
        </p:txBody>
      </p:sp>
      <p:sp>
        <p:nvSpPr>
          <p:cNvPr id="204" name="Google Shape;131;p16"/>
          <p:cNvSpPr/>
          <p:nvPr/>
        </p:nvSpPr>
        <p:spPr>
          <a:xfrm>
            <a:off x="490680" y="4313160"/>
            <a:ext cx="8340840" cy="8218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1" i="1" lang="es" sz="1400" spc="-1" strike="noStrike">
                <a:solidFill>
                  <a:srgbClr val="000000"/>
                </a:solidFill>
                <a:latin typeface="Roboto"/>
                <a:ea typeface="Roboto"/>
              </a:rPr>
              <a:t>Con GRAPHQL, la arquitectura típica implica un único endpoint sobre el cual definimos “qué” queremos consultar y “cómo” debe ser el formato de la respuesta.</a:t>
            </a:r>
            <a:endParaRPr b="0" lang="es-AR" sz="1400" spc="-1" strike="noStrike">
              <a:latin typeface="Arial"/>
            </a:endParaRPr>
          </a:p>
        </p:txBody>
      </p:sp>
      <p:sp>
        <p:nvSpPr>
          <p:cNvPr id="205" name="PlaceHolder 8"/>
          <p:cNvSpPr>
            <a:spLocks noGrp="1"/>
          </p:cNvSpPr>
          <p:nvPr>
            <p:ph type="sldNum" idx="8"/>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434343"/>
                </a:solidFill>
                <a:latin typeface="Roboto"/>
                <a:ea typeface="Roboto"/>
              </a:defRPr>
            </a:lvl1pPr>
          </a:lstStyle>
          <a:p>
            <a:pPr algn="r">
              <a:lnSpc>
                <a:spcPct val="100000"/>
              </a:lnSpc>
              <a:buNone/>
              <a:tabLst>
                <a:tab algn="l" pos="0"/>
              </a:tabLst>
            </a:pPr>
            <a:fld id="{F8C041AF-4881-4175-980A-79262F153134}" type="slidenum">
              <a:rPr b="0" lang="es" sz="1000" spc="-1" strike="noStrike">
                <a:solidFill>
                  <a:srgbClr val="434343"/>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311760" y="410040"/>
            <a:ext cx="8519760" cy="606960"/>
          </a:xfrm>
          <a:prstGeom prst="rect">
            <a:avLst/>
          </a:prstGeom>
          <a:noFill/>
          <a:ln w="0">
            <a:noFill/>
          </a:ln>
        </p:spPr>
        <p:txBody>
          <a:bodyPr lIns="0" rIns="0" tIns="91440" bIns="91440" anchor="t">
            <a:noAutofit/>
          </a:bodyPr>
          <a:p>
            <a:pPr>
              <a:lnSpc>
                <a:spcPct val="100000"/>
              </a:lnSpc>
              <a:buNone/>
              <a:tabLst>
                <a:tab algn="l" pos="0"/>
              </a:tabLst>
            </a:pPr>
            <a:r>
              <a:rPr b="0" lang="es" sz="3000" spc="-1" strike="noStrike">
                <a:solidFill>
                  <a:srgbClr val="2a3990"/>
                </a:solidFill>
                <a:latin typeface="Roboto"/>
                <a:ea typeface="Roboto"/>
              </a:rPr>
              <a:t>Ventajas GRAPHQL</a:t>
            </a:r>
            <a:endParaRPr b="0" lang="es-AR" sz="3000" spc="-1" strike="noStrike">
              <a:latin typeface="Arial"/>
            </a:endParaRPr>
          </a:p>
        </p:txBody>
      </p:sp>
      <p:sp>
        <p:nvSpPr>
          <p:cNvPr id="207" name="Google Shape;138;p17"/>
          <p:cNvSpPr/>
          <p:nvPr/>
        </p:nvSpPr>
        <p:spPr>
          <a:xfrm>
            <a:off x="432360" y="1305000"/>
            <a:ext cx="2256480" cy="606960"/>
          </a:xfrm>
          <a:prstGeom prst="homePlate">
            <a:avLst>
              <a:gd name="adj" fmla="val 50000"/>
            </a:avLst>
          </a:prstGeom>
          <a:solidFill>
            <a:schemeClr val="dk1"/>
          </a:solidFill>
          <a:ln w="0">
            <a:noFill/>
          </a:ln>
        </p:spPr>
        <p:style>
          <a:lnRef idx="0"/>
          <a:fillRef idx="0"/>
          <a:effectRef idx="0"/>
          <a:fontRef idx="minor"/>
        </p:style>
      </p:sp>
      <p:sp>
        <p:nvSpPr>
          <p:cNvPr id="208" name="PlaceHolder 2"/>
          <p:cNvSpPr>
            <a:spLocks noGrp="1"/>
          </p:cNvSpPr>
          <p:nvPr>
            <p:ph/>
          </p:nvPr>
        </p:nvSpPr>
        <p:spPr>
          <a:xfrm>
            <a:off x="338760" y="1305000"/>
            <a:ext cx="2256480" cy="606960"/>
          </a:xfrm>
          <a:prstGeom prst="rect">
            <a:avLst/>
          </a:prstGeom>
          <a:noFill/>
          <a:ln w="0">
            <a:noFill/>
          </a:ln>
        </p:spPr>
        <p:txBody>
          <a:bodyPr lIns="0" rIns="0" tIns="91440" bIns="91440" anchor="ctr">
            <a:noAutofit/>
          </a:bodyPr>
          <a:p>
            <a:pPr>
              <a:lnSpc>
                <a:spcPct val="100000"/>
              </a:lnSpc>
              <a:buNone/>
              <a:tabLst>
                <a:tab algn="l" pos="0"/>
              </a:tabLst>
            </a:pPr>
            <a:r>
              <a:rPr b="0" lang="es" sz="1800" spc="-1" strike="noStrike">
                <a:solidFill>
                  <a:srgbClr val="ffffff"/>
                </a:solidFill>
                <a:latin typeface="Roboto"/>
                <a:ea typeface="Roboto"/>
              </a:rPr>
              <a:t>Exactamente lo que necesito</a:t>
            </a:r>
            <a:endParaRPr b="0" lang="es-AR" sz="1800" spc="-1" strike="noStrike">
              <a:latin typeface="Arial"/>
            </a:endParaRPr>
          </a:p>
        </p:txBody>
      </p:sp>
      <p:sp>
        <p:nvSpPr>
          <p:cNvPr id="209" name="PlaceHolder 3"/>
          <p:cNvSpPr>
            <a:spLocks noGrp="1"/>
          </p:cNvSpPr>
          <p:nvPr>
            <p:ph/>
          </p:nvPr>
        </p:nvSpPr>
        <p:spPr>
          <a:xfrm>
            <a:off x="231480" y="2070720"/>
            <a:ext cx="2471040" cy="2649960"/>
          </a:xfrm>
          <a:prstGeom prst="rect">
            <a:avLst/>
          </a:prstGeom>
          <a:noFill/>
          <a:ln w="0">
            <a:noFill/>
          </a:ln>
        </p:spPr>
        <p:txBody>
          <a:bodyPr lIns="0" rIns="0" tIns="91440" bIns="91440" anchor="t">
            <a:noAutofit/>
          </a:bodyPr>
          <a:p>
            <a:pPr>
              <a:lnSpc>
                <a:spcPct val="115000"/>
              </a:lnSpc>
              <a:buNone/>
              <a:tabLst>
                <a:tab algn="l" pos="0"/>
              </a:tabLst>
            </a:pPr>
            <a:r>
              <a:rPr b="1" lang="es" sz="1600" spc="-1" strike="noStrike">
                <a:solidFill>
                  <a:srgbClr val="434343"/>
                </a:solidFill>
                <a:latin typeface="Roboto"/>
                <a:ea typeface="Roboto"/>
              </a:rPr>
              <a:t>Con GraphQL se pueden restringir los datos que deben obtenerse del servidor</a:t>
            </a:r>
            <a:endParaRPr b="0" lang="es-AR" sz="1600" spc="-1" strike="noStrike">
              <a:latin typeface="Arial"/>
            </a:endParaRPr>
          </a:p>
          <a:p>
            <a:pPr algn="just">
              <a:lnSpc>
                <a:spcPct val="115000"/>
              </a:lnSpc>
              <a:spcBef>
                <a:spcPts val="799"/>
              </a:spcBef>
              <a:buNone/>
              <a:tabLst>
                <a:tab algn="l" pos="0"/>
              </a:tabLst>
            </a:pPr>
            <a:endParaRPr b="0" lang="es-AR" sz="1000" spc="-1" strike="noStrike">
              <a:latin typeface="Arial"/>
            </a:endParaRPr>
          </a:p>
          <a:p>
            <a:pPr>
              <a:lnSpc>
                <a:spcPct val="115000"/>
              </a:lnSpc>
              <a:buNone/>
              <a:tabLst>
                <a:tab algn="l" pos="0"/>
              </a:tabLst>
            </a:pPr>
            <a:endParaRPr b="0" lang="es-AR" sz="1600" spc="-1" strike="noStrike">
              <a:latin typeface="Arial"/>
            </a:endParaRPr>
          </a:p>
          <a:p>
            <a:pPr>
              <a:lnSpc>
                <a:spcPct val="115000"/>
              </a:lnSpc>
              <a:spcBef>
                <a:spcPts val="799"/>
              </a:spcBef>
              <a:buNone/>
              <a:tabLst>
                <a:tab algn="l" pos="0"/>
              </a:tabLst>
            </a:pPr>
            <a:endParaRPr b="0" lang="es-AR" sz="1600" spc="-1" strike="noStrike">
              <a:latin typeface="Arial"/>
            </a:endParaRPr>
          </a:p>
          <a:p>
            <a:pPr>
              <a:lnSpc>
                <a:spcPct val="115000"/>
              </a:lnSpc>
              <a:spcBef>
                <a:spcPts val="799"/>
              </a:spcBef>
              <a:spcAft>
                <a:spcPts val="799"/>
              </a:spcAft>
              <a:buNone/>
              <a:tabLst>
                <a:tab algn="l" pos="0"/>
              </a:tabLst>
            </a:pPr>
            <a:endParaRPr b="0" lang="es-AR" sz="1600" spc="-1" strike="noStrike">
              <a:latin typeface="Arial"/>
            </a:endParaRPr>
          </a:p>
        </p:txBody>
      </p:sp>
      <p:sp>
        <p:nvSpPr>
          <p:cNvPr id="210" name="Google Shape;141;p17"/>
          <p:cNvSpPr/>
          <p:nvPr/>
        </p:nvSpPr>
        <p:spPr>
          <a:xfrm>
            <a:off x="2595960" y="1305000"/>
            <a:ext cx="2594160" cy="606960"/>
          </a:xfrm>
          <a:prstGeom prst="chevron">
            <a:avLst>
              <a:gd name="adj" fmla="val 50000"/>
            </a:avLst>
          </a:prstGeom>
          <a:solidFill>
            <a:schemeClr val="dk1"/>
          </a:solidFill>
          <a:ln w="0">
            <a:noFill/>
          </a:ln>
        </p:spPr>
        <p:style>
          <a:lnRef idx="0"/>
          <a:fillRef idx="0"/>
          <a:effectRef idx="0"/>
          <a:fontRef idx="minor"/>
        </p:style>
      </p:sp>
      <p:sp>
        <p:nvSpPr>
          <p:cNvPr id="211" name="PlaceHolder 4"/>
          <p:cNvSpPr>
            <a:spLocks noGrp="1"/>
          </p:cNvSpPr>
          <p:nvPr>
            <p:ph/>
          </p:nvPr>
        </p:nvSpPr>
        <p:spPr>
          <a:xfrm>
            <a:off x="2807640" y="1305000"/>
            <a:ext cx="2256480" cy="606960"/>
          </a:xfrm>
          <a:prstGeom prst="rect">
            <a:avLst/>
          </a:prstGeom>
          <a:noFill/>
          <a:ln w="0">
            <a:noFill/>
          </a:ln>
        </p:spPr>
        <p:txBody>
          <a:bodyPr lIns="0" rIns="0" tIns="91440" bIns="91440" anchor="ctr">
            <a:noAutofit/>
          </a:bodyPr>
          <a:p>
            <a:pPr>
              <a:lnSpc>
                <a:spcPct val="100000"/>
              </a:lnSpc>
              <a:buNone/>
              <a:tabLst>
                <a:tab algn="l" pos="0"/>
              </a:tabLst>
            </a:pPr>
            <a:r>
              <a:rPr b="0" lang="es" sz="1500" spc="-1" strike="noStrike">
                <a:solidFill>
                  <a:srgbClr val="ffffff"/>
                </a:solidFill>
                <a:latin typeface="Roboto"/>
                <a:ea typeface="Roboto"/>
              </a:rPr>
              <a:t>Muchos recursos en una misma petición</a:t>
            </a:r>
            <a:endParaRPr b="0" lang="es-AR" sz="1500" spc="-1" strike="noStrike">
              <a:latin typeface="Arial"/>
            </a:endParaRPr>
          </a:p>
        </p:txBody>
      </p:sp>
      <p:sp>
        <p:nvSpPr>
          <p:cNvPr id="212" name="PlaceHolder 5"/>
          <p:cNvSpPr>
            <a:spLocks noGrp="1"/>
          </p:cNvSpPr>
          <p:nvPr>
            <p:ph/>
          </p:nvPr>
        </p:nvSpPr>
        <p:spPr>
          <a:xfrm>
            <a:off x="2524320" y="2070720"/>
            <a:ext cx="2471040" cy="2649960"/>
          </a:xfrm>
          <a:prstGeom prst="rect">
            <a:avLst/>
          </a:prstGeom>
          <a:noFill/>
          <a:ln w="0">
            <a:noFill/>
          </a:ln>
        </p:spPr>
        <p:txBody>
          <a:bodyPr lIns="0" rIns="0" tIns="91440" bIns="91440" anchor="t">
            <a:noAutofit/>
          </a:bodyPr>
          <a:p>
            <a:pPr>
              <a:lnSpc>
                <a:spcPct val="115000"/>
              </a:lnSpc>
              <a:spcAft>
                <a:spcPts val="799"/>
              </a:spcAft>
              <a:buNone/>
              <a:tabLst>
                <a:tab algn="l" pos="0"/>
              </a:tabLst>
            </a:pPr>
            <a:r>
              <a:rPr b="1" lang="es" sz="1600" spc="-1" strike="noStrike">
                <a:solidFill>
                  <a:srgbClr val="434343"/>
                </a:solidFill>
                <a:latin typeface="Roboto"/>
                <a:ea typeface="Roboto"/>
              </a:rPr>
              <a:t>Las consultas GraphQL recuperan los objetos asociados, mientras que el REST lo hará a partir de peticiones a varias URL.</a:t>
            </a:r>
            <a:endParaRPr b="0" lang="es-AR" sz="1600" spc="-1" strike="noStrike">
              <a:latin typeface="Arial"/>
            </a:endParaRPr>
          </a:p>
        </p:txBody>
      </p:sp>
      <p:sp>
        <p:nvSpPr>
          <p:cNvPr id="213" name="Google Shape;144;p17"/>
          <p:cNvSpPr/>
          <p:nvPr/>
        </p:nvSpPr>
        <p:spPr>
          <a:xfrm>
            <a:off x="5064840" y="1305000"/>
            <a:ext cx="1984320" cy="606960"/>
          </a:xfrm>
          <a:prstGeom prst="chevron">
            <a:avLst>
              <a:gd name="adj" fmla="val 50000"/>
            </a:avLst>
          </a:prstGeom>
          <a:solidFill>
            <a:schemeClr val="dk1"/>
          </a:solidFill>
          <a:ln w="0">
            <a:noFill/>
          </a:ln>
        </p:spPr>
        <p:style>
          <a:lnRef idx="0"/>
          <a:fillRef idx="0"/>
          <a:effectRef idx="0"/>
          <a:fontRef idx="minor"/>
        </p:style>
      </p:sp>
      <p:sp>
        <p:nvSpPr>
          <p:cNvPr id="214" name="PlaceHolder 6"/>
          <p:cNvSpPr>
            <a:spLocks noGrp="1"/>
          </p:cNvSpPr>
          <p:nvPr>
            <p:ph/>
          </p:nvPr>
        </p:nvSpPr>
        <p:spPr>
          <a:xfrm>
            <a:off x="5289480" y="1305000"/>
            <a:ext cx="1803600" cy="606960"/>
          </a:xfrm>
          <a:prstGeom prst="rect">
            <a:avLst/>
          </a:prstGeom>
          <a:noFill/>
          <a:ln w="0">
            <a:noFill/>
          </a:ln>
        </p:spPr>
        <p:txBody>
          <a:bodyPr lIns="0" rIns="0" tIns="91440" bIns="91440" anchor="ctr">
            <a:noAutofit/>
          </a:bodyPr>
          <a:p>
            <a:pPr>
              <a:lnSpc>
                <a:spcPct val="100000"/>
              </a:lnSpc>
              <a:buNone/>
              <a:tabLst>
                <a:tab algn="l" pos="0"/>
              </a:tabLst>
            </a:pPr>
            <a:r>
              <a:rPr b="0" lang="es" sz="1800" spc="-1" strike="noStrike">
                <a:solidFill>
                  <a:srgbClr val="ffffff"/>
                </a:solidFill>
                <a:latin typeface="Roboto"/>
                <a:ea typeface="Roboto"/>
              </a:rPr>
              <a:t>Sistema </a:t>
            </a:r>
            <a:endParaRPr b="0" lang="es-AR" sz="1800" spc="-1" strike="noStrike">
              <a:latin typeface="Arial"/>
            </a:endParaRPr>
          </a:p>
          <a:p>
            <a:pPr>
              <a:lnSpc>
                <a:spcPct val="100000"/>
              </a:lnSpc>
              <a:buNone/>
              <a:tabLst>
                <a:tab algn="l" pos="0"/>
              </a:tabLst>
            </a:pPr>
            <a:r>
              <a:rPr b="0" lang="es" sz="1800" spc="-1" strike="noStrike">
                <a:solidFill>
                  <a:srgbClr val="ffffff"/>
                </a:solidFill>
                <a:latin typeface="Roboto"/>
                <a:ea typeface="Roboto"/>
              </a:rPr>
              <a:t>de Tipos</a:t>
            </a:r>
            <a:endParaRPr b="0" lang="es-AR" sz="1800" spc="-1" strike="noStrike">
              <a:latin typeface="Arial"/>
            </a:endParaRPr>
          </a:p>
        </p:txBody>
      </p:sp>
      <p:sp>
        <p:nvSpPr>
          <p:cNvPr id="215" name="PlaceHolder 7"/>
          <p:cNvSpPr>
            <a:spLocks noGrp="1"/>
          </p:cNvSpPr>
          <p:nvPr>
            <p:ph/>
          </p:nvPr>
        </p:nvSpPr>
        <p:spPr>
          <a:xfrm>
            <a:off x="4892400" y="2070720"/>
            <a:ext cx="2256480" cy="2649960"/>
          </a:xfrm>
          <a:prstGeom prst="rect">
            <a:avLst/>
          </a:prstGeom>
          <a:noFill/>
          <a:ln w="0">
            <a:noFill/>
          </a:ln>
        </p:spPr>
        <p:txBody>
          <a:bodyPr lIns="0" rIns="0" tIns="91440" bIns="91440" anchor="t">
            <a:noAutofit/>
          </a:bodyPr>
          <a:p>
            <a:pPr>
              <a:lnSpc>
                <a:spcPct val="115000"/>
              </a:lnSpc>
              <a:buNone/>
              <a:tabLst>
                <a:tab algn="l" pos="0"/>
              </a:tabLst>
            </a:pPr>
            <a:r>
              <a:rPr b="1" lang="es" sz="1600" spc="-1" strike="noStrike">
                <a:solidFill>
                  <a:srgbClr val="434343"/>
                </a:solidFill>
                <a:latin typeface="Roboto"/>
                <a:ea typeface="Roboto"/>
              </a:rPr>
              <a:t>GraphQL es fuertemente tipado </a:t>
            </a:r>
            <a:endParaRPr b="0" lang="es-AR" sz="1600" spc="-1" strike="noStrike">
              <a:latin typeface="Arial"/>
            </a:endParaRPr>
          </a:p>
          <a:p>
            <a:pPr>
              <a:lnSpc>
                <a:spcPct val="115000"/>
              </a:lnSpc>
              <a:spcBef>
                <a:spcPts val="799"/>
              </a:spcBef>
              <a:buNone/>
              <a:tabLst>
                <a:tab algn="l" pos="0"/>
              </a:tabLst>
            </a:pPr>
            <a:r>
              <a:rPr b="0" lang="es" sz="1200" spc="-1" strike="noStrike">
                <a:solidFill>
                  <a:srgbClr val="434343"/>
                </a:solidFill>
                <a:latin typeface="Roboto"/>
                <a:ea typeface="Roboto"/>
              </a:rPr>
              <a:t>Las consultas se basan en campos y sus datos asociados a tipos. Si hay una falta de coincidencia de tipos en una consulta GraphQL, las aplicaciones del servidor devuelven un mensaje de error.</a:t>
            </a:r>
            <a:endParaRPr b="0" lang="es-AR" sz="1200" spc="-1" strike="noStrike">
              <a:latin typeface="Arial"/>
            </a:endParaRPr>
          </a:p>
          <a:p>
            <a:pPr>
              <a:lnSpc>
                <a:spcPct val="115000"/>
              </a:lnSpc>
              <a:spcBef>
                <a:spcPts val="799"/>
              </a:spcBef>
              <a:spcAft>
                <a:spcPts val="799"/>
              </a:spcAft>
              <a:buNone/>
              <a:tabLst>
                <a:tab algn="l" pos="0"/>
              </a:tabLst>
            </a:pPr>
            <a:endParaRPr b="0" lang="es-AR" sz="1600" spc="-1" strike="noStrike">
              <a:latin typeface="Arial"/>
            </a:endParaRPr>
          </a:p>
        </p:txBody>
      </p:sp>
      <p:sp>
        <p:nvSpPr>
          <p:cNvPr id="216" name="Google Shape;147;p17"/>
          <p:cNvSpPr/>
          <p:nvPr/>
        </p:nvSpPr>
        <p:spPr>
          <a:xfrm>
            <a:off x="7049880" y="1305000"/>
            <a:ext cx="2028240" cy="606960"/>
          </a:xfrm>
          <a:prstGeom prst="chevron">
            <a:avLst>
              <a:gd name="adj" fmla="val 50000"/>
            </a:avLst>
          </a:prstGeom>
          <a:solidFill>
            <a:schemeClr val="dk1"/>
          </a:solidFill>
          <a:ln w="0">
            <a:noFill/>
          </a:ln>
        </p:spPr>
        <p:style>
          <a:lnRef idx="0"/>
          <a:fillRef idx="0"/>
          <a:effectRef idx="0"/>
          <a:fontRef idx="minor"/>
        </p:style>
      </p:sp>
      <p:sp>
        <p:nvSpPr>
          <p:cNvPr id="217" name="PlaceHolder 8"/>
          <p:cNvSpPr>
            <a:spLocks noGrp="1"/>
          </p:cNvSpPr>
          <p:nvPr>
            <p:ph/>
          </p:nvPr>
        </p:nvSpPr>
        <p:spPr>
          <a:xfrm>
            <a:off x="7719480" y="1451520"/>
            <a:ext cx="878760" cy="313560"/>
          </a:xfrm>
          <a:prstGeom prst="rect">
            <a:avLst/>
          </a:prstGeom>
          <a:noFill/>
          <a:ln w="0">
            <a:noFill/>
          </a:ln>
        </p:spPr>
        <p:txBody>
          <a:bodyPr lIns="0" rIns="0" tIns="91440" bIns="91440" anchor="ctr">
            <a:noAutofit/>
          </a:bodyPr>
          <a:p>
            <a:pPr>
              <a:lnSpc>
                <a:spcPct val="100000"/>
              </a:lnSpc>
              <a:buNone/>
              <a:tabLst>
                <a:tab algn="l" pos="0"/>
              </a:tabLst>
            </a:pPr>
            <a:r>
              <a:rPr b="0" lang="es" sz="1800" spc="-1" strike="noStrike">
                <a:solidFill>
                  <a:srgbClr val="ffffff"/>
                </a:solidFill>
                <a:latin typeface="Roboto"/>
                <a:ea typeface="Roboto"/>
              </a:rPr>
              <a:t>Otros</a:t>
            </a:r>
            <a:endParaRPr b="0" lang="es-AR" sz="1800" spc="-1" strike="noStrike">
              <a:latin typeface="Arial"/>
            </a:endParaRPr>
          </a:p>
        </p:txBody>
      </p:sp>
      <p:sp>
        <p:nvSpPr>
          <p:cNvPr id="218" name="PlaceHolder 9"/>
          <p:cNvSpPr>
            <a:spLocks noGrp="1"/>
          </p:cNvSpPr>
          <p:nvPr>
            <p:ph/>
          </p:nvPr>
        </p:nvSpPr>
        <p:spPr>
          <a:xfrm>
            <a:off x="6886800" y="2005920"/>
            <a:ext cx="2256480" cy="2649960"/>
          </a:xfrm>
          <a:prstGeom prst="rect">
            <a:avLst/>
          </a:prstGeom>
          <a:noFill/>
          <a:ln w="0">
            <a:noFill/>
          </a:ln>
        </p:spPr>
        <p:txBody>
          <a:bodyPr lIns="0" rIns="0" tIns="91440" bIns="91440" anchor="t">
            <a:noAutofit/>
          </a:bodyPr>
          <a:p>
            <a:pPr>
              <a:lnSpc>
                <a:spcPct val="115000"/>
              </a:lnSpc>
              <a:buNone/>
              <a:tabLst>
                <a:tab algn="l" pos="0"/>
              </a:tabLst>
            </a:pPr>
            <a:r>
              <a:rPr b="1" lang="es" sz="1600" spc="-1" strike="noStrike">
                <a:solidFill>
                  <a:srgbClr val="434343"/>
                </a:solidFill>
                <a:latin typeface="Roboto"/>
                <a:ea typeface="Roboto"/>
              </a:rPr>
              <a:t>Otros</a:t>
            </a:r>
            <a:endParaRPr b="0" lang="es-AR" sz="1600" spc="-1" strike="noStrike">
              <a:latin typeface="Arial"/>
            </a:endParaRPr>
          </a:p>
          <a:p>
            <a:pPr marL="457200" indent="-317520">
              <a:lnSpc>
                <a:spcPct val="115000"/>
              </a:lnSpc>
              <a:spcBef>
                <a:spcPts val="799"/>
              </a:spcBef>
              <a:buClr>
                <a:srgbClr val="434343"/>
              </a:buClr>
              <a:buFont typeface="Roboto"/>
              <a:buChar char="●"/>
              <a:tabLst>
                <a:tab algn="l" pos="0"/>
              </a:tabLst>
            </a:pPr>
            <a:r>
              <a:rPr b="0" lang="es" sz="1400" spc="-1" strike="noStrike">
                <a:solidFill>
                  <a:srgbClr val="434343"/>
                </a:solidFill>
                <a:latin typeface="Roboto"/>
                <a:ea typeface="Roboto"/>
              </a:rPr>
              <a:t>Introspección</a:t>
            </a:r>
            <a:endParaRPr b="0" lang="es-AR" sz="1400" spc="-1" strike="noStrike">
              <a:latin typeface="Arial"/>
            </a:endParaRPr>
          </a:p>
          <a:p>
            <a:pPr marL="457200" indent="-317520">
              <a:lnSpc>
                <a:spcPct val="115000"/>
              </a:lnSpc>
              <a:buClr>
                <a:srgbClr val="434343"/>
              </a:buClr>
              <a:buFont typeface="Roboto"/>
              <a:buChar char="●"/>
              <a:tabLst>
                <a:tab algn="l" pos="0"/>
              </a:tabLst>
            </a:pPr>
            <a:r>
              <a:rPr b="0" lang="es" sz="1400" spc="-1" strike="noStrike">
                <a:solidFill>
                  <a:srgbClr val="434343"/>
                </a:solidFill>
                <a:latin typeface="Roboto"/>
                <a:ea typeface="Roboto"/>
              </a:rPr>
              <a:t>Control de versiones</a:t>
            </a:r>
            <a:endParaRPr b="0" lang="es-AR" sz="1400" spc="-1" strike="noStrike">
              <a:latin typeface="Arial"/>
            </a:endParaRPr>
          </a:p>
          <a:p>
            <a:pPr marL="457200" indent="-317520">
              <a:lnSpc>
                <a:spcPct val="115000"/>
              </a:lnSpc>
              <a:buClr>
                <a:srgbClr val="434343"/>
              </a:buClr>
              <a:buFont typeface="Roboto"/>
              <a:buChar char="●"/>
              <a:tabLst>
                <a:tab algn="l" pos="0"/>
              </a:tabLst>
            </a:pPr>
            <a:r>
              <a:rPr b="0" lang="es" sz="1400" spc="-1" strike="noStrike">
                <a:solidFill>
                  <a:srgbClr val="434343"/>
                </a:solidFill>
                <a:latin typeface="Roboto"/>
                <a:ea typeface="Roboto"/>
              </a:rPr>
              <a:t>Ecosistema en crecimiento</a:t>
            </a:r>
            <a:endParaRPr b="0" lang="es-AR" sz="1400" spc="-1" strike="noStrike">
              <a:latin typeface="Arial"/>
            </a:endParaRPr>
          </a:p>
        </p:txBody>
      </p:sp>
      <p:sp>
        <p:nvSpPr>
          <p:cNvPr id="219" name="PlaceHolder 10"/>
          <p:cNvSpPr>
            <a:spLocks noGrp="1"/>
          </p:cNvSpPr>
          <p:nvPr>
            <p:ph type="sldNum" idx="9"/>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434343"/>
                </a:solidFill>
                <a:latin typeface="Roboto"/>
                <a:ea typeface="Roboto"/>
              </a:defRPr>
            </a:lvl1pPr>
          </a:lstStyle>
          <a:p>
            <a:pPr algn="r">
              <a:lnSpc>
                <a:spcPct val="100000"/>
              </a:lnSpc>
              <a:buNone/>
              <a:tabLst>
                <a:tab algn="l" pos="0"/>
              </a:tabLst>
            </a:pPr>
            <a:fld id="{DDFFDEFA-5B93-414A-BDC9-F096E0B9C4F2}" type="slidenum">
              <a:rPr b="0" lang="es" sz="1000" spc="-1" strike="noStrike">
                <a:solidFill>
                  <a:srgbClr val="434343"/>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311760" y="410040"/>
            <a:ext cx="8519760" cy="606960"/>
          </a:xfrm>
          <a:prstGeom prst="rect">
            <a:avLst/>
          </a:prstGeom>
          <a:noFill/>
          <a:ln w="0">
            <a:noFill/>
          </a:ln>
        </p:spPr>
        <p:txBody>
          <a:bodyPr lIns="0" rIns="0" tIns="91440" bIns="91440" anchor="t">
            <a:noAutofit/>
          </a:bodyPr>
          <a:p>
            <a:pPr>
              <a:lnSpc>
                <a:spcPct val="100000"/>
              </a:lnSpc>
              <a:buNone/>
              <a:tabLst>
                <a:tab algn="l" pos="0"/>
              </a:tabLst>
            </a:pPr>
            <a:r>
              <a:rPr b="0" lang="es" sz="3000" spc="-1" strike="noStrike">
                <a:solidFill>
                  <a:srgbClr val="2a3990"/>
                </a:solidFill>
                <a:latin typeface="Roboto"/>
                <a:ea typeface="Roboto"/>
              </a:rPr>
              <a:t>Desventajas GRAPHQL</a:t>
            </a:r>
            <a:endParaRPr b="0" lang="es-AR" sz="3000" spc="-1" strike="noStrike">
              <a:latin typeface="Arial"/>
            </a:endParaRPr>
          </a:p>
        </p:txBody>
      </p:sp>
      <p:sp>
        <p:nvSpPr>
          <p:cNvPr id="221" name="Google Shape;156;p18"/>
          <p:cNvSpPr/>
          <p:nvPr/>
        </p:nvSpPr>
        <p:spPr>
          <a:xfrm rot="10800000">
            <a:off x="433080" y="1305000"/>
            <a:ext cx="2468520" cy="606960"/>
          </a:xfrm>
          <a:prstGeom prst="homePlate">
            <a:avLst>
              <a:gd name="adj" fmla="val 50395"/>
            </a:avLst>
          </a:prstGeom>
          <a:solidFill>
            <a:schemeClr val="dk1"/>
          </a:solidFill>
          <a:ln w="0">
            <a:noFill/>
          </a:ln>
        </p:spPr>
        <p:style>
          <a:lnRef idx="0"/>
          <a:fillRef idx="0"/>
          <a:effectRef idx="0"/>
          <a:fontRef idx="minor"/>
        </p:style>
      </p:sp>
      <p:sp>
        <p:nvSpPr>
          <p:cNvPr id="222" name="PlaceHolder 2"/>
          <p:cNvSpPr>
            <a:spLocks noGrp="1"/>
          </p:cNvSpPr>
          <p:nvPr>
            <p:ph/>
          </p:nvPr>
        </p:nvSpPr>
        <p:spPr>
          <a:xfrm>
            <a:off x="594720" y="1305000"/>
            <a:ext cx="2308680" cy="606960"/>
          </a:xfrm>
          <a:prstGeom prst="rect">
            <a:avLst/>
          </a:prstGeom>
          <a:noFill/>
          <a:ln w="0">
            <a:noFill/>
          </a:ln>
        </p:spPr>
        <p:txBody>
          <a:bodyPr lIns="0" rIns="0" tIns="91440" bIns="91440" anchor="ctr">
            <a:noAutofit/>
          </a:bodyPr>
          <a:p>
            <a:pPr>
              <a:lnSpc>
                <a:spcPct val="100000"/>
              </a:lnSpc>
              <a:buNone/>
              <a:tabLst>
                <a:tab algn="l" pos="0"/>
              </a:tabLst>
            </a:pPr>
            <a:r>
              <a:rPr b="0" lang="es" sz="1800" spc="-1" strike="noStrike">
                <a:solidFill>
                  <a:srgbClr val="ffffff"/>
                </a:solidFill>
                <a:latin typeface="Roboto"/>
                <a:ea typeface="Roboto"/>
              </a:rPr>
              <a:t>Complejidad de Consultas</a:t>
            </a:r>
            <a:endParaRPr b="0" lang="es-AR" sz="1800" spc="-1" strike="noStrike">
              <a:latin typeface="Arial"/>
            </a:endParaRPr>
          </a:p>
        </p:txBody>
      </p:sp>
      <p:sp>
        <p:nvSpPr>
          <p:cNvPr id="223" name="PlaceHolder 3"/>
          <p:cNvSpPr>
            <a:spLocks noGrp="1"/>
          </p:cNvSpPr>
          <p:nvPr>
            <p:ph/>
          </p:nvPr>
        </p:nvSpPr>
        <p:spPr>
          <a:xfrm>
            <a:off x="432360" y="2070720"/>
            <a:ext cx="2471040" cy="2649960"/>
          </a:xfrm>
          <a:prstGeom prst="rect">
            <a:avLst/>
          </a:prstGeom>
          <a:noFill/>
          <a:ln w="0">
            <a:noFill/>
          </a:ln>
        </p:spPr>
        <p:txBody>
          <a:bodyPr lIns="0" rIns="0" tIns="91440" bIns="91440" anchor="t">
            <a:noAutofit/>
          </a:bodyPr>
          <a:p>
            <a:pPr>
              <a:lnSpc>
                <a:spcPct val="115000"/>
              </a:lnSpc>
              <a:buNone/>
              <a:tabLst>
                <a:tab algn="l" pos="0"/>
              </a:tabLst>
            </a:pPr>
            <a:r>
              <a:rPr b="1" lang="es" sz="1600" spc="-1" strike="noStrike">
                <a:solidFill>
                  <a:srgbClr val="434343"/>
                </a:solidFill>
                <a:latin typeface="Roboto"/>
                <a:ea typeface="Roboto"/>
              </a:rPr>
              <a:t>GraphQL no elimina los cuellos de botella de rendimiento cuando tiene que acceder a varios campos en una consulta.</a:t>
            </a:r>
            <a:endParaRPr b="0" lang="es-AR" sz="1600" spc="-1" strike="noStrike">
              <a:latin typeface="Arial"/>
            </a:endParaRPr>
          </a:p>
          <a:p>
            <a:pPr>
              <a:lnSpc>
                <a:spcPct val="115000"/>
              </a:lnSpc>
              <a:spcBef>
                <a:spcPts val="799"/>
              </a:spcBef>
              <a:buNone/>
              <a:tabLst>
                <a:tab algn="l" pos="0"/>
              </a:tabLst>
            </a:pPr>
            <a:endParaRPr b="0" lang="es-AR" sz="1600" spc="-1" strike="noStrike">
              <a:latin typeface="Arial"/>
            </a:endParaRPr>
          </a:p>
          <a:p>
            <a:pPr>
              <a:lnSpc>
                <a:spcPct val="115000"/>
              </a:lnSpc>
              <a:spcBef>
                <a:spcPts val="799"/>
              </a:spcBef>
              <a:spcAft>
                <a:spcPts val="799"/>
              </a:spcAft>
              <a:buNone/>
              <a:tabLst>
                <a:tab algn="l" pos="0"/>
              </a:tabLst>
            </a:pPr>
            <a:endParaRPr b="0" lang="es-AR" sz="1600" spc="-1" strike="noStrike">
              <a:latin typeface="Arial"/>
            </a:endParaRPr>
          </a:p>
        </p:txBody>
      </p:sp>
      <p:sp>
        <p:nvSpPr>
          <p:cNvPr id="224" name="Google Shape;159;p18"/>
          <p:cNvSpPr/>
          <p:nvPr/>
        </p:nvSpPr>
        <p:spPr>
          <a:xfrm rot="10800000">
            <a:off x="3045600" y="1305000"/>
            <a:ext cx="2759760" cy="606960"/>
          </a:xfrm>
          <a:prstGeom prst="chevron">
            <a:avLst>
              <a:gd name="adj" fmla="val 50000"/>
            </a:avLst>
          </a:prstGeom>
          <a:solidFill>
            <a:schemeClr val="dk1"/>
          </a:solidFill>
          <a:ln w="0">
            <a:noFill/>
          </a:ln>
        </p:spPr>
        <p:style>
          <a:lnRef idx="0"/>
          <a:fillRef idx="0"/>
          <a:effectRef idx="0"/>
          <a:fontRef idx="minor"/>
        </p:style>
      </p:sp>
      <p:sp>
        <p:nvSpPr>
          <p:cNvPr id="225" name="PlaceHolder 4"/>
          <p:cNvSpPr>
            <a:spLocks noGrp="1"/>
          </p:cNvSpPr>
          <p:nvPr>
            <p:ph/>
          </p:nvPr>
        </p:nvSpPr>
        <p:spPr>
          <a:xfrm>
            <a:off x="3336120" y="1451520"/>
            <a:ext cx="2256480" cy="313560"/>
          </a:xfrm>
          <a:prstGeom prst="rect">
            <a:avLst/>
          </a:prstGeom>
          <a:noFill/>
          <a:ln w="0">
            <a:noFill/>
          </a:ln>
        </p:spPr>
        <p:txBody>
          <a:bodyPr lIns="0" rIns="0" tIns="91440" bIns="91440" anchor="ctr">
            <a:noAutofit/>
          </a:bodyPr>
          <a:p>
            <a:pPr>
              <a:lnSpc>
                <a:spcPct val="100000"/>
              </a:lnSpc>
              <a:buNone/>
              <a:tabLst>
                <a:tab algn="l" pos="0"/>
              </a:tabLst>
            </a:pPr>
            <a:r>
              <a:rPr b="0" lang="es" sz="1800" spc="-1" strike="noStrike">
                <a:solidFill>
                  <a:srgbClr val="ffffff"/>
                </a:solidFill>
                <a:latin typeface="Roboto"/>
                <a:ea typeface="Roboto"/>
              </a:rPr>
              <a:t>Limitación de Tasa</a:t>
            </a:r>
            <a:endParaRPr b="0" lang="es-AR" sz="1800" spc="-1" strike="noStrike">
              <a:latin typeface="Arial"/>
            </a:endParaRPr>
          </a:p>
        </p:txBody>
      </p:sp>
      <p:sp>
        <p:nvSpPr>
          <p:cNvPr id="226" name="PlaceHolder 5"/>
          <p:cNvSpPr>
            <a:spLocks noGrp="1"/>
          </p:cNvSpPr>
          <p:nvPr>
            <p:ph/>
          </p:nvPr>
        </p:nvSpPr>
        <p:spPr>
          <a:xfrm>
            <a:off x="3133440" y="2070720"/>
            <a:ext cx="2673720" cy="2649960"/>
          </a:xfrm>
          <a:prstGeom prst="rect">
            <a:avLst/>
          </a:prstGeom>
          <a:noFill/>
          <a:ln w="0">
            <a:noFill/>
          </a:ln>
        </p:spPr>
        <p:txBody>
          <a:bodyPr lIns="0" rIns="0" tIns="91440" bIns="91440" anchor="t">
            <a:noAutofit/>
          </a:bodyPr>
          <a:p>
            <a:pPr>
              <a:lnSpc>
                <a:spcPct val="115000"/>
              </a:lnSpc>
              <a:buNone/>
              <a:tabLst>
                <a:tab algn="l" pos="0"/>
              </a:tabLst>
            </a:pPr>
            <a:r>
              <a:rPr b="1" lang="es" sz="1300" spc="-1" strike="noStrike">
                <a:solidFill>
                  <a:srgbClr val="434343"/>
                </a:solidFill>
                <a:latin typeface="Roboto"/>
                <a:ea typeface="Roboto"/>
              </a:rPr>
              <a:t>Mientras que en REST se permiten una determinada cantidad de solicitudes por día, para Graphql esto es más difícil.</a:t>
            </a:r>
            <a:r>
              <a:rPr b="1" lang="es" sz="1600" spc="-1" strike="noStrike">
                <a:solidFill>
                  <a:srgbClr val="434343"/>
                </a:solidFill>
                <a:latin typeface="Roboto"/>
                <a:ea typeface="Roboto"/>
              </a:rPr>
              <a:t> </a:t>
            </a:r>
            <a:endParaRPr b="0" lang="es-AR" sz="1600" spc="-1" strike="noStrike">
              <a:latin typeface="Arial"/>
            </a:endParaRPr>
          </a:p>
          <a:p>
            <a:pPr marL="457200" indent="-317520">
              <a:lnSpc>
                <a:spcPct val="115000"/>
              </a:lnSpc>
              <a:spcBef>
                <a:spcPts val="799"/>
              </a:spcBef>
              <a:buClr>
                <a:srgbClr val="434343"/>
              </a:buClr>
              <a:buFont typeface="Roboto"/>
              <a:buChar char="●"/>
              <a:tabLst>
                <a:tab algn="l" pos="0"/>
              </a:tabLst>
            </a:pPr>
            <a:r>
              <a:rPr b="0" lang="es" sz="1200" spc="-1" strike="noStrike">
                <a:solidFill>
                  <a:srgbClr val="434343"/>
                </a:solidFill>
                <a:latin typeface="Roboto"/>
                <a:ea typeface="Roboto"/>
              </a:rPr>
              <a:t>Por lo general lo que se hace es reducir las profundidades de la consulta o su complejidad.</a:t>
            </a:r>
            <a:endParaRPr b="0" lang="es-AR" sz="1200" spc="-1" strike="noStrike">
              <a:latin typeface="Arial"/>
            </a:endParaRPr>
          </a:p>
        </p:txBody>
      </p:sp>
      <p:sp>
        <p:nvSpPr>
          <p:cNvPr id="227" name="Google Shape;162;p18"/>
          <p:cNvSpPr/>
          <p:nvPr/>
        </p:nvSpPr>
        <p:spPr>
          <a:xfrm rot="10800000">
            <a:off x="5949360" y="1305000"/>
            <a:ext cx="2759760" cy="606960"/>
          </a:xfrm>
          <a:prstGeom prst="chevron">
            <a:avLst>
              <a:gd name="adj" fmla="val 50000"/>
            </a:avLst>
          </a:prstGeom>
          <a:solidFill>
            <a:schemeClr val="dk1"/>
          </a:solidFill>
          <a:ln w="0">
            <a:noFill/>
          </a:ln>
        </p:spPr>
        <p:style>
          <a:lnRef idx="0"/>
          <a:fillRef idx="0"/>
          <a:effectRef idx="0"/>
          <a:fontRef idx="minor"/>
        </p:style>
      </p:sp>
      <p:sp>
        <p:nvSpPr>
          <p:cNvPr id="228" name="PlaceHolder 6"/>
          <p:cNvSpPr>
            <a:spLocks noGrp="1"/>
          </p:cNvSpPr>
          <p:nvPr>
            <p:ph/>
          </p:nvPr>
        </p:nvSpPr>
        <p:spPr>
          <a:xfrm>
            <a:off x="6254280" y="1451520"/>
            <a:ext cx="2256480" cy="313560"/>
          </a:xfrm>
          <a:prstGeom prst="rect">
            <a:avLst/>
          </a:prstGeom>
          <a:noFill/>
          <a:ln w="0">
            <a:noFill/>
          </a:ln>
        </p:spPr>
        <p:txBody>
          <a:bodyPr lIns="0" rIns="0" tIns="91440" bIns="91440" anchor="ctr">
            <a:noAutofit/>
          </a:bodyPr>
          <a:p>
            <a:pPr>
              <a:lnSpc>
                <a:spcPct val="100000"/>
              </a:lnSpc>
              <a:buNone/>
              <a:tabLst>
                <a:tab algn="l" pos="0"/>
              </a:tabLst>
            </a:pPr>
            <a:r>
              <a:rPr b="0" lang="es" sz="1800" spc="-1" strike="noStrike">
                <a:solidFill>
                  <a:srgbClr val="ffffff"/>
                </a:solidFill>
                <a:latin typeface="Roboto"/>
                <a:ea typeface="Roboto"/>
              </a:rPr>
              <a:t>Cache</a:t>
            </a:r>
            <a:endParaRPr b="0" lang="es-AR" sz="1800" spc="-1" strike="noStrike">
              <a:latin typeface="Arial"/>
            </a:endParaRPr>
          </a:p>
        </p:txBody>
      </p:sp>
      <p:sp>
        <p:nvSpPr>
          <p:cNvPr id="229" name="PlaceHolder 7"/>
          <p:cNvSpPr>
            <a:spLocks noGrp="1"/>
          </p:cNvSpPr>
          <p:nvPr>
            <p:ph/>
          </p:nvPr>
        </p:nvSpPr>
        <p:spPr>
          <a:xfrm>
            <a:off x="6096600" y="2070720"/>
            <a:ext cx="2917440" cy="2649960"/>
          </a:xfrm>
          <a:prstGeom prst="rect">
            <a:avLst/>
          </a:prstGeom>
          <a:noFill/>
          <a:ln w="0">
            <a:noFill/>
          </a:ln>
        </p:spPr>
        <p:txBody>
          <a:bodyPr lIns="0" rIns="0" tIns="91440" bIns="91440" anchor="t">
            <a:noAutofit/>
          </a:bodyPr>
          <a:p>
            <a:pPr>
              <a:lnSpc>
                <a:spcPct val="115000"/>
              </a:lnSpc>
              <a:buNone/>
              <a:tabLst>
                <a:tab algn="l" pos="0"/>
              </a:tabLst>
            </a:pPr>
            <a:r>
              <a:rPr b="1" lang="es" sz="1600" spc="-1" strike="noStrike">
                <a:solidFill>
                  <a:srgbClr val="434343"/>
                </a:solidFill>
                <a:latin typeface="Roboto"/>
                <a:ea typeface="Roboto"/>
              </a:rPr>
              <a:t>En REST, se accede a los recursos con URL. Almacenar en cache es mantener la URL. </a:t>
            </a:r>
            <a:endParaRPr b="0" lang="es-AR" sz="1600" spc="-1" strike="noStrike">
              <a:latin typeface="Arial"/>
            </a:endParaRPr>
          </a:p>
          <a:p>
            <a:pPr marL="457200" indent="-317520">
              <a:lnSpc>
                <a:spcPct val="115000"/>
              </a:lnSpc>
              <a:spcBef>
                <a:spcPts val="799"/>
              </a:spcBef>
              <a:buClr>
                <a:srgbClr val="434343"/>
              </a:buClr>
              <a:buFont typeface="Roboto"/>
              <a:buChar char="●"/>
              <a:tabLst>
                <a:tab algn="l" pos="0"/>
              </a:tabLst>
            </a:pPr>
            <a:r>
              <a:rPr b="0" lang="es" sz="1400" spc="-1" strike="noStrike">
                <a:solidFill>
                  <a:srgbClr val="434343"/>
                </a:solidFill>
                <a:latin typeface="Roboto"/>
                <a:ea typeface="Roboto"/>
              </a:rPr>
              <a:t>En GraphQL puede ser más complejo porque aunque se haga la consulta sobre las mismas entidades la consulta puede ser diferente.</a:t>
            </a:r>
            <a:endParaRPr b="0" lang="es-AR" sz="1400" spc="-1" strike="noStrike">
              <a:latin typeface="Arial"/>
            </a:endParaRPr>
          </a:p>
          <a:p>
            <a:pPr>
              <a:lnSpc>
                <a:spcPct val="115000"/>
              </a:lnSpc>
              <a:spcBef>
                <a:spcPts val="799"/>
              </a:spcBef>
              <a:spcAft>
                <a:spcPts val="799"/>
              </a:spcAft>
              <a:buNone/>
              <a:tabLst>
                <a:tab algn="l" pos="0"/>
              </a:tabLst>
            </a:pPr>
            <a:endParaRPr b="0" lang="es-AR" sz="1600" spc="-1" strike="noStrike">
              <a:latin typeface="Arial"/>
            </a:endParaRPr>
          </a:p>
        </p:txBody>
      </p:sp>
      <p:sp>
        <p:nvSpPr>
          <p:cNvPr id="230" name="PlaceHolder 8"/>
          <p:cNvSpPr>
            <a:spLocks noGrp="1"/>
          </p:cNvSpPr>
          <p:nvPr>
            <p:ph type="sldNum" idx="10"/>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434343"/>
                </a:solidFill>
                <a:latin typeface="Roboto"/>
                <a:ea typeface="Roboto"/>
              </a:defRPr>
            </a:lvl1pPr>
          </a:lstStyle>
          <a:p>
            <a:pPr algn="r">
              <a:lnSpc>
                <a:spcPct val="100000"/>
              </a:lnSpc>
              <a:buNone/>
              <a:tabLst>
                <a:tab algn="l" pos="0"/>
              </a:tabLst>
            </a:pPr>
            <a:fld id="{F13819E1-DAD3-485C-81DE-8BF2ABF265F9}" type="slidenum">
              <a:rPr b="0" lang="es" sz="1000" spc="-1" strike="noStrike">
                <a:solidFill>
                  <a:srgbClr val="434343"/>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265680" y="377640"/>
            <a:ext cx="4044600" cy="2337480"/>
          </a:xfrm>
          <a:prstGeom prst="rect">
            <a:avLst/>
          </a:prstGeom>
          <a:noFill/>
          <a:ln w="0">
            <a:noFill/>
          </a:ln>
        </p:spPr>
        <p:txBody>
          <a:bodyPr lIns="90000" rIns="90000" tIns="91440" bIns="91440" anchor="b">
            <a:noAutofit/>
          </a:bodyPr>
          <a:p>
            <a:pPr algn="ctr">
              <a:lnSpc>
                <a:spcPct val="100000"/>
              </a:lnSpc>
              <a:buNone/>
              <a:tabLst>
                <a:tab algn="l" pos="0"/>
              </a:tabLst>
            </a:pPr>
            <a:r>
              <a:rPr b="0" lang="es" sz="4200" spc="-1" strike="noStrike">
                <a:solidFill>
                  <a:srgbClr val="2a3990"/>
                </a:solidFill>
                <a:latin typeface="Roboto"/>
                <a:ea typeface="Roboto"/>
              </a:rPr>
              <a:t>Comparativa REST / GRAPHQL</a:t>
            </a:r>
            <a:endParaRPr b="0" lang="es-AR" sz="4200" spc="-1" strike="noStrike">
              <a:latin typeface="Arial"/>
            </a:endParaRPr>
          </a:p>
        </p:txBody>
      </p:sp>
      <p:sp>
        <p:nvSpPr>
          <p:cNvPr id="232" name="PlaceHolder 2"/>
          <p:cNvSpPr>
            <a:spLocks noGrp="1"/>
          </p:cNvSpPr>
          <p:nvPr>
            <p:ph/>
          </p:nvPr>
        </p:nvSpPr>
        <p:spPr>
          <a:xfrm>
            <a:off x="4572000" y="517320"/>
            <a:ext cx="4571280" cy="4055040"/>
          </a:xfrm>
          <a:prstGeom prst="rect">
            <a:avLst/>
          </a:prstGeom>
          <a:noFill/>
          <a:ln w="0">
            <a:noFill/>
          </a:ln>
        </p:spPr>
        <p:txBody>
          <a:bodyPr lIns="90000" rIns="90000" tIns="91440" bIns="91440" anchor="ctr">
            <a:noAutofit/>
          </a:bodyPr>
          <a:p>
            <a:pPr algn="just">
              <a:lnSpc>
                <a:spcPct val="115000"/>
              </a:lnSpc>
              <a:buNone/>
              <a:tabLst>
                <a:tab algn="l" pos="0"/>
              </a:tabLst>
            </a:pPr>
            <a:r>
              <a:rPr b="1" lang="es" sz="800" spc="-1" strike="noStrike">
                <a:solidFill>
                  <a:srgbClr val="ffffff"/>
                </a:solidFill>
                <a:latin typeface="Roboto"/>
                <a:ea typeface="Roboto"/>
              </a:rPr>
              <a:t>- La tecnología REST es la más utilizada y ampliamente aceptada.</a:t>
            </a:r>
            <a:endParaRPr b="0" lang="es-AR" sz="800" spc="-1" strike="noStrike">
              <a:latin typeface="Arial"/>
            </a:endParaRPr>
          </a:p>
          <a:p>
            <a:pPr algn="just">
              <a:lnSpc>
                <a:spcPct val="115000"/>
              </a:lnSpc>
              <a:spcBef>
                <a:spcPts val="1599"/>
              </a:spcBef>
              <a:buNone/>
              <a:tabLst>
                <a:tab algn="l" pos="0"/>
              </a:tabLst>
            </a:pPr>
            <a:r>
              <a:rPr b="1" lang="es" sz="800" spc="-1" strike="noStrike">
                <a:solidFill>
                  <a:srgbClr val="ffffff"/>
                </a:solidFill>
                <a:latin typeface="Roboto"/>
                <a:ea typeface="Roboto"/>
              </a:rPr>
              <a:t>- Las respuestas de una API GraphQL son considerablemente más reducidas  que las generadas con una API REST.</a:t>
            </a:r>
            <a:endParaRPr b="0" lang="es-AR" sz="800" spc="-1" strike="noStrike">
              <a:latin typeface="Arial"/>
            </a:endParaRPr>
          </a:p>
          <a:p>
            <a:pPr algn="just">
              <a:lnSpc>
                <a:spcPct val="115000"/>
              </a:lnSpc>
              <a:spcBef>
                <a:spcPts val="1599"/>
              </a:spcBef>
              <a:buNone/>
              <a:tabLst>
                <a:tab algn="l" pos="0"/>
              </a:tabLst>
            </a:pPr>
            <a:r>
              <a:rPr b="1" lang="es" sz="800" spc="-1" strike="noStrike">
                <a:solidFill>
                  <a:srgbClr val="ffffff"/>
                </a:solidFill>
                <a:latin typeface="Roboto"/>
                <a:ea typeface="Roboto"/>
              </a:rPr>
              <a:t>- Bajo estrés una API REST presenta mayor velocidad de respuesta.</a:t>
            </a:r>
            <a:endParaRPr b="0" lang="es-AR" sz="800" spc="-1" strike="noStrike">
              <a:latin typeface="Arial"/>
            </a:endParaRPr>
          </a:p>
          <a:p>
            <a:pPr algn="just">
              <a:lnSpc>
                <a:spcPct val="115000"/>
              </a:lnSpc>
              <a:spcBef>
                <a:spcPts val="1599"/>
              </a:spcBef>
              <a:buNone/>
              <a:tabLst>
                <a:tab algn="l" pos="0"/>
              </a:tabLst>
            </a:pPr>
            <a:r>
              <a:rPr b="1" lang="es" sz="800" spc="-1" strike="noStrike">
                <a:solidFill>
                  <a:srgbClr val="ffffff"/>
                </a:solidFill>
                <a:latin typeface="Roboto"/>
                <a:ea typeface="Roboto"/>
              </a:rPr>
              <a:t>- REST impone que debe utilizarse el caché mientras que GraphQL como tecnología no ofrece de forma natural este middleware. Por esto una API REST tendrá constantemente una velocidad mayor al momento de responder peticiones comunes..</a:t>
            </a:r>
            <a:endParaRPr b="0" lang="es-AR" sz="800" spc="-1" strike="noStrike">
              <a:latin typeface="Arial"/>
            </a:endParaRPr>
          </a:p>
          <a:p>
            <a:pPr algn="just">
              <a:lnSpc>
                <a:spcPct val="115000"/>
              </a:lnSpc>
              <a:spcBef>
                <a:spcPts val="1599"/>
              </a:spcBef>
              <a:buNone/>
              <a:tabLst>
                <a:tab algn="l" pos="0"/>
              </a:tabLst>
            </a:pPr>
            <a:r>
              <a:rPr b="1" lang="es" sz="800" spc="-1" strike="noStrike">
                <a:solidFill>
                  <a:srgbClr val="ffffff"/>
                </a:solidFill>
                <a:latin typeface="Roboto"/>
                <a:ea typeface="Roboto"/>
              </a:rPr>
              <a:t>- GraphQL es mucho más ventajoso en las áreas de underfetching y overfetching.</a:t>
            </a:r>
            <a:endParaRPr b="0" lang="es-AR" sz="800" spc="-1" strike="noStrike">
              <a:latin typeface="Arial"/>
            </a:endParaRPr>
          </a:p>
          <a:p>
            <a:pPr algn="just">
              <a:lnSpc>
                <a:spcPct val="115000"/>
              </a:lnSpc>
              <a:spcBef>
                <a:spcPts val="1599"/>
              </a:spcBef>
              <a:buNone/>
              <a:tabLst>
                <a:tab algn="l" pos="0"/>
              </a:tabLst>
            </a:pPr>
            <a:r>
              <a:rPr b="1" lang="es" sz="800" spc="-1" strike="noStrike">
                <a:solidFill>
                  <a:srgbClr val="ffffff"/>
                </a:solidFill>
                <a:latin typeface="Roboto"/>
                <a:ea typeface="Roboto"/>
              </a:rPr>
              <a:t>- En general, desde el punto de vista de rendimiento, GraphQL debería utilizarse cuando se requiere menor utilización de la memoria, cuando los recursos que la API maneja están estrechamente relacionados entre sí y cuando no se considere que vaya a utilizarse la data completa de los recursos . </a:t>
            </a:r>
            <a:endParaRPr b="0" lang="es-AR" sz="800" spc="-1" strike="noStrike">
              <a:latin typeface="Arial"/>
            </a:endParaRPr>
          </a:p>
          <a:p>
            <a:pPr algn="just">
              <a:lnSpc>
                <a:spcPct val="115000"/>
              </a:lnSpc>
              <a:spcBef>
                <a:spcPts val="1599"/>
              </a:spcBef>
              <a:spcAft>
                <a:spcPts val="1599"/>
              </a:spcAft>
              <a:buNone/>
              <a:tabLst>
                <a:tab algn="l" pos="0"/>
              </a:tabLst>
            </a:pPr>
            <a:r>
              <a:rPr b="1" lang="es" sz="800" spc="-1" strike="noStrike">
                <a:solidFill>
                  <a:srgbClr val="ffffff"/>
                </a:solidFill>
                <a:latin typeface="Roboto"/>
                <a:ea typeface="Roboto"/>
              </a:rPr>
              <a:t>REST debería utilizarse en caso de necesitarse mayor velocidad de respuesta, cuando los recursos no están relacionados entre sí de una forma tan estrecha y cuando se vaya a utilizar toda la data de cada uno de los recursos manejados.</a:t>
            </a:r>
            <a:endParaRPr b="0" lang="es-AR" sz="800" spc="-1" strike="noStrike">
              <a:latin typeface="Arial"/>
            </a:endParaRPr>
          </a:p>
        </p:txBody>
      </p:sp>
      <p:pic>
        <p:nvPicPr>
          <p:cNvPr id="233" name="Google Shape;172;p19" descr=""/>
          <p:cNvPicPr/>
          <p:nvPr/>
        </p:nvPicPr>
        <p:blipFill>
          <a:blip r:embed="rId1"/>
          <a:stretch/>
        </p:blipFill>
        <p:spPr>
          <a:xfrm>
            <a:off x="152280" y="2868120"/>
            <a:ext cx="4334760" cy="2122200"/>
          </a:xfrm>
          <a:prstGeom prst="rect">
            <a:avLst/>
          </a:prstGeom>
          <a:ln w="0">
            <a:noFill/>
          </a:ln>
        </p:spPr>
      </p:pic>
      <p:sp>
        <p:nvSpPr>
          <p:cNvPr id="234" name="PlaceHolder 3"/>
          <p:cNvSpPr>
            <a:spLocks noGrp="1"/>
          </p:cNvSpPr>
          <p:nvPr>
            <p:ph type="sldNum" idx="11"/>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C966B0C6-EB22-4EDB-AF53-C2F291293981}" type="slidenum">
              <a:rPr b="0" lang="es" sz="1000" spc="-1" strike="noStrike">
                <a:solidFill>
                  <a:srgbClr val="ffffff"/>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233"/>
                                        </p:tgtEl>
                                        <p:attrNameLst>
                                          <p:attrName>style.visibility</p:attrName>
                                        </p:attrNameLst>
                                      </p:cBhvr>
                                      <p:to>
                                        <p:strVal val="visible"/>
                                      </p:to>
                                    </p:set>
                                    <p:animEffect filter="fade" transition="in">
                                      <p:cBhvr additive="repl">
                                        <p:cTn id="7" dur="1000"/>
                                        <p:tgtEl>
                                          <p:spTgt spid="233"/>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ntr" presetID="10">
                                  <p:stCondLst>
                                    <p:cond delay="0"/>
                                  </p:stCondLst>
                                  <p:childTnLst>
                                    <p:set>
                                      <p:cBhvr>
                                        <p:cTn id="11" dur="1" fill="hold">
                                          <p:stCondLst>
                                            <p:cond delay="0"/>
                                          </p:stCondLst>
                                        </p:cTn>
                                        <p:tgtEl>
                                          <p:spTgt spid="232"/>
                                        </p:tgtEl>
                                        <p:attrNameLst>
                                          <p:attrName>style.visibility</p:attrName>
                                        </p:attrNameLst>
                                      </p:cBhvr>
                                      <p:to>
                                        <p:strVal val="visible"/>
                                      </p:to>
                                    </p:set>
                                    <p:animEffect filter="fade" transition="in">
                                      <p:cBhvr additive="repl">
                                        <p:cTn id="12" dur="1000"/>
                                        <p:tgtEl>
                                          <p:spTgt spid="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311760" y="410040"/>
            <a:ext cx="8519760" cy="606960"/>
          </a:xfrm>
          <a:prstGeom prst="rect">
            <a:avLst/>
          </a:prstGeom>
          <a:noFill/>
          <a:ln w="0">
            <a:noFill/>
          </a:ln>
        </p:spPr>
        <p:txBody>
          <a:bodyPr lIns="0" rIns="0" tIns="91440" bIns="91440" anchor="t">
            <a:noAutofit/>
          </a:bodyPr>
          <a:p>
            <a:pPr>
              <a:lnSpc>
                <a:spcPct val="100000"/>
              </a:lnSpc>
              <a:buNone/>
              <a:tabLst>
                <a:tab algn="l" pos="0"/>
              </a:tabLst>
            </a:pPr>
            <a:r>
              <a:rPr b="0" lang="es" sz="3000" spc="-1" strike="noStrike">
                <a:solidFill>
                  <a:srgbClr val="2a3990"/>
                </a:solidFill>
                <a:latin typeface="Roboto"/>
                <a:ea typeface="Roboto"/>
              </a:rPr>
              <a:t>Principios de Diseño</a:t>
            </a:r>
            <a:endParaRPr b="0" lang="es-AR" sz="3000" spc="-1" strike="noStrike">
              <a:latin typeface="Arial"/>
            </a:endParaRPr>
          </a:p>
        </p:txBody>
      </p:sp>
      <p:sp>
        <p:nvSpPr>
          <p:cNvPr id="236" name="PlaceHolder 2"/>
          <p:cNvSpPr>
            <a:spLocks noGrp="1"/>
          </p:cNvSpPr>
          <p:nvPr>
            <p:ph/>
          </p:nvPr>
        </p:nvSpPr>
        <p:spPr>
          <a:xfrm>
            <a:off x="311760" y="1017720"/>
            <a:ext cx="8519760" cy="3837600"/>
          </a:xfrm>
          <a:prstGeom prst="rect">
            <a:avLst/>
          </a:prstGeom>
          <a:noFill/>
          <a:ln w="0">
            <a:noFill/>
          </a:ln>
        </p:spPr>
        <p:txBody>
          <a:bodyPr lIns="0" rIns="0" tIns="91440" bIns="91440" anchor="t">
            <a:noAutofit/>
          </a:bodyPr>
          <a:p>
            <a:pPr marL="457200" indent="-343080">
              <a:lnSpc>
                <a:spcPct val="115000"/>
              </a:lnSpc>
              <a:buClr>
                <a:srgbClr val="434343"/>
              </a:buClr>
              <a:buFont typeface="Roboto"/>
              <a:buChar char="●"/>
            </a:pPr>
            <a:r>
              <a:rPr b="1" lang="es" sz="1600" spc="-1" strike="noStrike">
                <a:solidFill>
                  <a:srgbClr val="434343"/>
                </a:solidFill>
                <a:latin typeface="Roboto"/>
                <a:ea typeface="Roboto"/>
              </a:rPr>
              <a:t>Jerárquico</a:t>
            </a:r>
            <a:r>
              <a:rPr b="0" lang="es" sz="1600" spc="-1" strike="noStrike">
                <a:solidFill>
                  <a:srgbClr val="434343"/>
                </a:solidFill>
                <a:latin typeface="Roboto"/>
                <a:ea typeface="Roboto"/>
              </a:rPr>
              <a:t>: una consulta GraphQL en sí está estructurada jerárquicamente. La consulta tiene la misma forma que los datos que devuelve.</a:t>
            </a:r>
            <a:endParaRPr b="0" lang="es-AR" sz="1600" spc="-1" strike="noStrike">
              <a:latin typeface="Arial"/>
            </a:endParaRPr>
          </a:p>
          <a:p>
            <a:pPr marL="457200" indent="-343080">
              <a:lnSpc>
                <a:spcPct val="115000"/>
              </a:lnSpc>
              <a:buClr>
                <a:srgbClr val="434343"/>
              </a:buClr>
              <a:buFont typeface="Roboto"/>
              <a:buChar char="●"/>
            </a:pPr>
            <a:r>
              <a:rPr b="1" lang="es" sz="1600" spc="-1" strike="noStrike">
                <a:solidFill>
                  <a:srgbClr val="434343"/>
                </a:solidFill>
                <a:latin typeface="Roboto"/>
                <a:ea typeface="Roboto"/>
              </a:rPr>
              <a:t>Centrado en el Producto:</a:t>
            </a:r>
            <a:r>
              <a:rPr b="0" lang="es" sz="1600" spc="-1" strike="noStrike">
                <a:solidFill>
                  <a:srgbClr val="434343"/>
                </a:solidFill>
                <a:latin typeface="Roboto"/>
                <a:ea typeface="Roboto"/>
              </a:rPr>
              <a:t> se rige por los requisitos de las vistas y los ingenieros de front-end que las escriben.</a:t>
            </a:r>
            <a:endParaRPr b="0" lang="es-AR" sz="1600" spc="-1" strike="noStrike">
              <a:latin typeface="Arial"/>
            </a:endParaRPr>
          </a:p>
          <a:p>
            <a:pPr marL="457200" indent="-343080">
              <a:lnSpc>
                <a:spcPct val="115000"/>
              </a:lnSpc>
              <a:buClr>
                <a:srgbClr val="434343"/>
              </a:buClr>
              <a:buFont typeface="Roboto"/>
              <a:buChar char="●"/>
            </a:pPr>
            <a:r>
              <a:rPr b="1" lang="es" sz="1600" spc="-1" strike="noStrike">
                <a:solidFill>
                  <a:srgbClr val="434343"/>
                </a:solidFill>
                <a:latin typeface="Roboto"/>
                <a:ea typeface="Roboto"/>
              </a:rPr>
              <a:t>Tipado Fuerte: </a:t>
            </a:r>
            <a:r>
              <a:rPr b="0" lang="es" sz="1600" spc="-1" strike="noStrike">
                <a:solidFill>
                  <a:srgbClr val="434343"/>
                </a:solidFill>
                <a:latin typeface="Roboto"/>
                <a:ea typeface="Roboto"/>
              </a:rPr>
              <a:t>cada servidor GraphQL define un sistema de tipos específico de la aplicación. Las consultas se ejecutan dentro del contexto de ese sistema de tipos.</a:t>
            </a:r>
            <a:endParaRPr b="0" lang="es-AR" sz="1600" spc="-1" strike="noStrike">
              <a:latin typeface="Arial"/>
            </a:endParaRPr>
          </a:p>
          <a:p>
            <a:pPr marL="457200" indent="-343080">
              <a:lnSpc>
                <a:spcPct val="115000"/>
              </a:lnSpc>
              <a:buClr>
                <a:srgbClr val="434343"/>
              </a:buClr>
              <a:buFont typeface="Roboto"/>
              <a:buChar char="●"/>
            </a:pPr>
            <a:r>
              <a:rPr b="1" lang="es" sz="1600" spc="-1" strike="noStrike">
                <a:solidFill>
                  <a:srgbClr val="434343"/>
                </a:solidFill>
                <a:latin typeface="Roboto"/>
                <a:ea typeface="Roboto"/>
              </a:rPr>
              <a:t>Consultas especificadas por el Cliente:</a:t>
            </a:r>
            <a:r>
              <a:rPr b="0" lang="es" sz="1600" spc="-1" strike="noStrike">
                <a:solidFill>
                  <a:srgbClr val="434343"/>
                </a:solidFill>
                <a:latin typeface="Roboto"/>
                <a:ea typeface="Roboto"/>
              </a:rPr>
              <a:t> GraphQL publica las capacidades que sus clientes pueden consumir. Es el cliente especifica exactamente cómo consumirá esas capacidades publicadas.</a:t>
            </a:r>
            <a:endParaRPr b="0" lang="es-AR" sz="1600" spc="-1" strike="noStrike">
              <a:latin typeface="Arial"/>
            </a:endParaRPr>
          </a:p>
          <a:p>
            <a:pPr marL="457200" indent="-343080">
              <a:lnSpc>
                <a:spcPct val="115000"/>
              </a:lnSpc>
              <a:buClr>
                <a:srgbClr val="434343"/>
              </a:buClr>
              <a:buFont typeface="Roboto"/>
              <a:buChar char="●"/>
            </a:pPr>
            <a:r>
              <a:rPr b="1" lang="es" sz="1600" spc="-1" strike="noStrike">
                <a:solidFill>
                  <a:srgbClr val="434343"/>
                </a:solidFill>
                <a:latin typeface="Roboto"/>
                <a:ea typeface="Roboto"/>
              </a:rPr>
              <a:t>Introspectivo: </a:t>
            </a:r>
            <a:r>
              <a:rPr b="0" lang="es" sz="1600" spc="-1" strike="noStrike">
                <a:solidFill>
                  <a:srgbClr val="434343"/>
                </a:solidFill>
                <a:latin typeface="Roboto"/>
                <a:ea typeface="Roboto"/>
              </a:rPr>
              <a:t>El propio lenguaje GraphQL debe poder con</a:t>
            </a:r>
            <a:r>
              <a:rPr b="0" lang="es" sz="1600" spc="-1" strike="noStrike">
                <a:solidFill>
                  <a:srgbClr val="ffffff"/>
                </a:solidFill>
                <a:latin typeface="Roboto"/>
                <a:ea typeface="Roboto"/>
              </a:rPr>
              <a:t>sultar el sistema de</a:t>
            </a:r>
            <a:r>
              <a:rPr b="0" lang="es" sz="1600" spc="-1" strike="noStrike">
                <a:solidFill>
                  <a:srgbClr val="434343"/>
                </a:solidFill>
                <a:latin typeface="Roboto"/>
                <a:ea typeface="Roboto"/>
              </a:rPr>
              <a:t> tipos de un servidor GraphQL.</a:t>
            </a:r>
            <a:endParaRPr b="0" lang="es-AR" sz="1600" spc="-1" strike="noStrike">
              <a:latin typeface="Arial"/>
            </a:endParaRPr>
          </a:p>
        </p:txBody>
      </p:sp>
      <p:sp>
        <p:nvSpPr>
          <p:cNvPr id="237" name="PlaceHolder 3"/>
          <p:cNvSpPr>
            <a:spLocks noGrp="1"/>
          </p:cNvSpPr>
          <p:nvPr>
            <p:ph type="sldNum" idx="12"/>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D85B7631-1786-4B03-8F17-C4EFA421D24A}" type="slidenum">
              <a:rPr b="0" lang="es" sz="1000" spc="-1" strike="noStrike">
                <a:solidFill>
                  <a:srgbClr val="ffffff"/>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265680" y="1151280"/>
            <a:ext cx="4044600" cy="1563840"/>
          </a:xfrm>
          <a:prstGeom prst="rect">
            <a:avLst/>
          </a:prstGeom>
          <a:noFill/>
          <a:ln w="0">
            <a:noFill/>
          </a:ln>
        </p:spPr>
        <p:txBody>
          <a:bodyPr lIns="90000" rIns="90000" tIns="91440" bIns="91440" anchor="b">
            <a:noAutofit/>
          </a:bodyPr>
          <a:p>
            <a:pPr algn="ctr">
              <a:lnSpc>
                <a:spcPct val="100000"/>
              </a:lnSpc>
              <a:buNone/>
              <a:tabLst>
                <a:tab algn="l" pos="0"/>
              </a:tabLst>
            </a:pPr>
            <a:r>
              <a:rPr b="0" lang="es" sz="4200" spc="-1" strike="noStrike">
                <a:solidFill>
                  <a:srgbClr val="2a3990"/>
                </a:solidFill>
                <a:latin typeface="Roboto"/>
                <a:ea typeface="Roboto"/>
              </a:rPr>
              <a:t>¿Cómo Funciona?</a:t>
            </a:r>
            <a:endParaRPr b="0" lang="es-AR" sz="4200" spc="-1" strike="noStrike">
              <a:latin typeface="Arial"/>
            </a:endParaRPr>
          </a:p>
        </p:txBody>
      </p:sp>
      <p:sp>
        <p:nvSpPr>
          <p:cNvPr id="239" name="PlaceHolder 2"/>
          <p:cNvSpPr>
            <a:spLocks noGrp="1"/>
          </p:cNvSpPr>
          <p:nvPr>
            <p:ph type="subTitle"/>
          </p:nvPr>
        </p:nvSpPr>
        <p:spPr>
          <a:xfrm>
            <a:off x="265680" y="2769120"/>
            <a:ext cx="4044600" cy="1268640"/>
          </a:xfrm>
          <a:prstGeom prst="rect">
            <a:avLst/>
          </a:prstGeom>
          <a:noFill/>
          <a:ln w="0">
            <a:noFill/>
          </a:ln>
        </p:spPr>
        <p:txBody>
          <a:bodyPr lIns="90000" rIns="90000" tIns="91440" bIns="91440" anchor="t">
            <a:noAutofit/>
          </a:bodyPr>
          <a:p>
            <a:pPr algn="ctr">
              <a:lnSpc>
                <a:spcPct val="100000"/>
              </a:lnSpc>
              <a:buNone/>
              <a:tabLst>
                <a:tab algn="l" pos="0"/>
              </a:tabLst>
            </a:pPr>
            <a:r>
              <a:rPr b="0" lang="es" sz="2100" spc="-1" strike="noStrike">
                <a:solidFill>
                  <a:srgbClr val="434343"/>
                </a:solidFill>
                <a:latin typeface="Roboto"/>
                <a:ea typeface="Roboto"/>
              </a:rPr>
              <a:t>¿Cómo sería el flujo de ejecución de una petición GRAPHQL?</a:t>
            </a:r>
            <a:endParaRPr b="0" lang="es-AR" sz="2100" spc="-1" strike="noStrike">
              <a:latin typeface="Arial"/>
            </a:endParaRPr>
          </a:p>
        </p:txBody>
      </p:sp>
      <p:sp>
        <p:nvSpPr>
          <p:cNvPr id="240" name="Google Shape;187;p21"/>
          <p:cNvSpPr/>
          <p:nvPr/>
        </p:nvSpPr>
        <p:spPr>
          <a:xfrm>
            <a:off x="4572000" y="0"/>
            <a:ext cx="2413080" cy="4974840"/>
          </a:xfrm>
          <a:prstGeom prst="rect">
            <a:avLst/>
          </a:prstGeom>
          <a:noFill/>
          <a:ln w="0">
            <a:noFill/>
          </a:ln>
        </p:spPr>
        <p:style>
          <a:lnRef idx="0"/>
          <a:fillRef idx="0"/>
          <a:effectRef idx="0"/>
          <a:fontRef idx="minor"/>
        </p:style>
        <p:txBody>
          <a:bodyPr lIns="90000" rIns="90000" tIns="91440" bIns="91440" anchor="t">
            <a:spAutoFit/>
          </a:bodyPr>
          <a:p>
            <a:pPr>
              <a:lnSpc>
                <a:spcPct val="135000"/>
              </a:lnSpc>
              <a:buNone/>
              <a:tabLst>
                <a:tab algn="l" pos="0"/>
              </a:tabLst>
            </a:pPr>
            <a:r>
              <a:rPr b="0" lang="es" sz="950" spc="-1" strike="noStrike">
                <a:solidFill>
                  <a:srgbClr val="e6db74"/>
                </a:solidFill>
                <a:latin typeface="Courier New"/>
                <a:ea typeface="Courier New"/>
              </a:rPr>
              <a:t>type Query{</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empresa(id: Int!): Empresa</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empresas: [Empresa]</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type Empresa{</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id: 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nombre: 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url: 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razonSocial:String!,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rubro: Rubro!,  ap_y_nom_apoderado:String,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dni_apoderado:Int,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domicilio_legal:String!,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telefono_dl:String,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email_dl:String,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email_comercial:String,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tel_comercial:String,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empleados:Int,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cuit:Int,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sucursales:[Sucursal],  balance_comercial:BalanceComercial!,</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a:t>
            </a:r>
            <a:endParaRPr b="0" lang="es-AR" sz="950" spc="-1" strike="noStrike">
              <a:latin typeface="Arial"/>
            </a:endParaRPr>
          </a:p>
          <a:p>
            <a:pPr>
              <a:lnSpc>
                <a:spcPct val="100000"/>
              </a:lnSpc>
              <a:buNone/>
              <a:tabLst>
                <a:tab algn="l" pos="0"/>
              </a:tabLst>
            </a:pPr>
            <a:endParaRPr b="0" lang="es-AR" sz="1000" spc="-1" strike="noStrike">
              <a:latin typeface="Arial"/>
            </a:endParaRPr>
          </a:p>
          <a:p>
            <a:pPr>
              <a:lnSpc>
                <a:spcPct val="100000"/>
              </a:lnSpc>
              <a:buNone/>
              <a:tabLst>
                <a:tab algn="l" pos="0"/>
              </a:tabLst>
            </a:pPr>
            <a:endParaRPr b="0" lang="es-AR" sz="1000" spc="-1" strike="noStrike">
              <a:latin typeface="Arial"/>
            </a:endParaRPr>
          </a:p>
        </p:txBody>
      </p:sp>
      <p:sp>
        <p:nvSpPr>
          <p:cNvPr id="241" name="Google Shape;188;p21"/>
          <p:cNvSpPr/>
          <p:nvPr/>
        </p:nvSpPr>
        <p:spPr>
          <a:xfrm>
            <a:off x="6928920" y="0"/>
            <a:ext cx="2299320" cy="5255640"/>
          </a:xfrm>
          <a:prstGeom prst="rect">
            <a:avLst/>
          </a:prstGeom>
          <a:noFill/>
          <a:ln w="0">
            <a:noFill/>
          </a:ln>
        </p:spPr>
        <p:style>
          <a:lnRef idx="0"/>
          <a:fillRef idx="0"/>
          <a:effectRef idx="0"/>
          <a:fontRef idx="minor"/>
        </p:style>
        <p:txBody>
          <a:bodyPr lIns="90000" rIns="90000" tIns="91440" bIns="91440" anchor="t">
            <a:spAutoFit/>
          </a:bodyPr>
          <a:p>
            <a:pPr>
              <a:lnSpc>
                <a:spcPct val="135000"/>
              </a:lnSpc>
              <a:buNone/>
              <a:tabLst>
                <a:tab algn="l" pos="0"/>
              </a:tabLst>
            </a:pPr>
            <a:r>
              <a:rPr b="0" lang="es" sz="950" spc="-1" strike="noStrike">
                <a:solidFill>
                  <a:srgbClr val="e6db74"/>
                </a:solidFill>
                <a:latin typeface="Courier New"/>
                <a:ea typeface="Courier New"/>
              </a:rPr>
              <a:t>type Sucursal{</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nro_sucursal:Int!,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direccion:String!,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telefono:String!,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localidad:String!,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horario_atencion:String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type BalanceComercial {</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bc_2020:Int,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bc_2019:Int,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bc_2018:Int!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type Rubro{</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id: 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nombre:String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type Mutation{</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SucursalAdd(</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idEmpresa: Int,            nro_sucursal:Int!,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direccion:String!,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telefono:String!,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localidad:String!,     horario_atencion:String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):Sucursal</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a:t>
            </a:r>
            <a:endParaRPr b="0" lang="es-AR" sz="950" spc="-1" strike="noStrike">
              <a:latin typeface="Arial"/>
            </a:endParaRPr>
          </a:p>
        </p:txBody>
      </p:sp>
      <p:pic>
        <p:nvPicPr>
          <p:cNvPr id="242" name="Google Shape;189;p21" descr=""/>
          <p:cNvPicPr/>
          <p:nvPr/>
        </p:nvPicPr>
        <p:blipFill>
          <a:blip r:embed="rId1"/>
          <a:stretch/>
        </p:blipFill>
        <p:spPr>
          <a:xfrm>
            <a:off x="4615560" y="660960"/>
            <a:ext cx="4527720" cy="3969720"/>
          </a:xfrm>
          <a:prstGeom prst="rect">
            <a:avLst/>
          </a:prstGeom>
          <a:ln w="0">
            <a:noFill/>
          </a:ln>
        </p:spPr>
      </p:pic>
      <p:sp>
        <p:nvSpPr>
          <p:cNvPr id="243" name="PlaceHolder 3"/>
          <p:cNvSpPr>
            <a:spLocks noGrp="1"/>
          </p:cNvSpPr>
          <p:nvPr>
            <p:ph type="sldNum" idx="13"/>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89A648C0-37B7-4228-B6E1-A35420D9526B}" type="slidenum">
              <a:rPr b="0" lang="es" sz="1000" spc="-1" strike="noStrike">
                <a:solidFill>
                  <a:srgbClr val="ffffff"/>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timing>
    <p:tnLst>
      <p:par>
        <p:cTn id="13" dur="indefinite" restart="never" nodeType="tmRoot">
          <p:childTnLst>
            <p:seq>
              <p:cTn id="14" dur="indefinite" nodeType="mainSeq">
                <p:childTnLst>
                  <p:par>
                    <p:cTn id="15" fill="hold">
                      <p:stCondLst>
                        <p:cond delay="indefinite"/>
                      </p:stCondLst>
                      <p:childTnLst>
                        <p:par>
                          <p:cTn id="16" fill="hold">
                            <p:stCondLst>
                              <p:cond delay="0"/>
                            </p:stCondLst>
                            <p:childTnLst>
                              <p:par>
                                <p:cTn id="17" nodeType="clickEffect" fill="hold" presetClass="exit" presetID="10">
                                  <p:stCondLst>
                                    <p:cond delay="0"/>
                                  </p:stCondLst>
                                  <p:childTnLst>
                                    <p:animEffect filter="fade" transition="out">
                                      <p:cBhvr additive="repl">
                                        <p:cTn id="18" dur="1000"/>
                                        <p:tgtEl>
                                          <p:spTgt spid="242"/>
                                        </p:tgtEl>
                                      </p:cBhvr>
                                    </p:animEffect>
                                    <p:set>
                                      <p:cBhvr>
                                        <p:cTn id="19" dur="1" fill="hold">
                                          <p:stCondLst>
                                            <p:cond delay="1000"/>
                                          </p:stCondLst>
                                        </p:cTn>
                                        <p:tgtEl>
                                          <p:spTgt spid="242"/>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nodeType="clickEffect" fill="hold" presetClass="entr" presetID="10">
                                  <p:stCondLst>
                                    <p:cond delay="0"/>
                                  </p:stCondLst>
                                  <p:childTnLst>
                                    <p:set>
                                      <p:cBhvr>
                                        <p:cTn id="23" dur="1" fill="hold">
                                          <p:stCondLst>
                                            <p:cond delay="0"/>
                                          </p:stCondLst>
                                        </p:cTn>
                                        <p:tgtEl>
                                          <p:spTgt spid="241"/>
                                        </p:tgtEl>
                                        <p:attrNameLst>
                                          <p:attrName>style.visibility</p:attrName>
                                        </p:attrNameLst>
                                      </p:cBhvr>
                                      <p:to>
                                        <p:strVal val="visible"/>
                                      </p:to>
                                    </p:set>
                                    <p:animEffect filter="fade" transition="in">
                                      <p:cBhvr additive="repl">
                                        <p:cTn id="24" dur="1000"/>
                                        <p:tgtEl>
                                          <p:spTgt spid="241"/>
                                        </p:tgtEl>
                                      </p:cBhvr>
                                    </p:animEffect>
                                  </p:childTnLst>
                                </p:cTn>
                              </p:par>
                              <p:par>
                                <p:cTn id="25" nodeType="withEffect" fill="hold" presetClass="entr" presetID="10">
                                  <p:stCondLst>
                                    <p:cond delay="0"/>
                                  </p:stCondLst>
                                  <p:childTnLst>
                                    <p:set>
                                      <p:cBhvr>
                                        <p:cTn id="26" dur="1" fill="hold">
                                          <p:stCondLst>
                                            <p:cond delay="0"/>
                                          </p:stCondLst>
                                        </p:cTn>
                                        <p:tgtEl>
                                          <p:spTgt spid="240"/>
                                        </p:tgtEl>
                                        <p:attrNameLst>
                                          <p:attrName>style.visibility</p:attrName>
                                        </p:attrNameLst>
                                      </p:cBhvr>
                                      <p:to>
                                        <p:strVal val="visible"/>
                                      </p:to>
                                    </p:set>
                                    <p:animEffect filter="fade" transition="in">
                                      <p:cBhvr additive="repl">
                                        <p:cTn id="27"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265680" y="1151280"/>
            <a:ext cx="4044600" cy="1563840"/>
          </a:xfrm>
          <a:prstGeom prst="rect">
            <a:avLst/>
          </a:prstGeom>
          <a:noFill/>
          <a:ln w="0">
            <a:noFill/>
          </a:ln>
        </p:spPr>
        <p:txBody>
          <a:bodyPr lIns="90000" rIns="90000" tIns="91440" bIns="91440" anchor="b">
            <a:noAutofit/>
          </a:bodyPr>
          <a:p>
            <a:pPr algn="ctr">
              <a:lnSpc>
                <a:spcPct val="100000"/>
              </a:lnSpc>
              <a:buNone/>
              <a:tabLst>
                <a:tab algn="l" pos="0"/>
              </a:tabLst>
            </a:pPr>
            <a:r>
              <a:rPr b="0" lang="es" sz="4200" spc="-1" strike="noStrike">
                <a:solidFill>
                  <a:srgbClr val="2a3990"/>
                </a:solidFill>
                <a:latin typeface="Roboto"/>
                <a:ea typeface="Roboto"/>
              </a:rPr>
              <a:t>LENGUAJE</a:t>
            </a:r>
            <a:endParaRPr b="0" lang="es-AR" sz="4200" spc="-1" strike="noStrike">
              <a:latin typeface="Arial"/>
            </a:endParaRPr>
          </a:p>
        </p:txBody>
      </p:sp>
      <p:sp>
        <p:nvSpPr>
          <p:cNvPr id="245" name="PlaceHolder 2"/>
          <p:cNvSpPr>
            <a:spLocks noGrp="1"/>
          </p:cNvSpPr>
          <p:nvPr>
            <p:ph type="subTitle"/>
          </p:nvPr>
        </p:nvSpPr>
        <p:spPr>
          <a:xfrm>
            <a:off x="265680" y="2769120"/>
            <a:ext cx="4044600" cy="1268640"/>
          </a:xfrm>
          <a:prstGeom prst="rect">
            <a:avLst/>
          </a:prstGeom>
          <a:noFill/>
          <a:ln w="0">
            <a:noFill/>
          </a:ln>
        </p:spPr>
        <p:txBody>
          <a:bodyPr lIns="90000" rIns="90000" tIns="91440" bIns="91440" anchor="t">
            <a:noAutofit/>
          </a:bodyPr>
          <a:p>
            <a:pPr algn="ctr">
              <a:lnSpc>
                <a:spcPct val="100000"/>
              </a:lnSpc>
              <a:buNone/>
              <a:tabLst>
                <a:tab algn="l" pos="0"/>
              </a:tabLst>
            </a:pPr>
            <a:r>
              <a:rPr b="0" lang="es" sz="2100" spc="-1" strike="noStrike">
                <a:solidFill>
                  <a:srgbClr val="434343"/>
                </a:solidFill>
                <a:latin typeface="Roboto"/>
                <a:ea typeface="Roboto"/>
              </a:rPr>
              <a:t>Describe nuestros datos y las consultas que podemos hacer al servicio.</a:t>
            </a:r>
            <a:endParaRPr b="0" lang="es-AR" sz="2100" spc="-1" strike="noStrike">
              <a:latin typeface="Arial"/>
            </a:endParaRPr>
          </a:p>
        </p:txBody>
      </p:sp>
      <p:sp>
        <p:nvSpPr>
          <p:cNvPr id="246" name="Google Shape;197;p22"/>
          <p:cNvSpPr/>
          <p:nvPr/>
        </p:nvSpPr>
        <p:spPr>
          <a:xfrm>
            <a:off x="4624560" y="28440"/>
            <a:ext cx="4518720" cy="5084280"/>
          </a:xfrm>
          <a:prstGeom prst="rect">
            <a:avLst/>
          </a:prstGeom>
          <a:noFill/>
          <a:ln w="0">
            <a:noFill/>
          </a:ln>
        </p:spPr>
        <p:style>
          <a:lnRef idx="0"/>
          <a:fillRef idx="0"/>
          <a:effectRef idx="0"/>
          <a:fontRef idx="minor"/>
        </p:style>
        <p:txBody>
          <a:bodyPr lIns="90000" rIns="90000" tIns="91440" bIns="91440" anchor="t">
            <a:spAutoFit/>
          </a:bodyPr>
          <a:p>
            <a:pPr marL="457200" indent="-317520">
              <a:lnSpc>
                <a:spcPct val="100000"/>
              </a:lnSpc>
              <a:buClr>
                <a:srgbClr val="ffffff"/>
              </a:buClr>
              <a:buFont typeface="Roboto"/>
              <a:buChar char="●"/>
            </a:pPr>
            <a:r>
              <a:rPr b="0" lang="es" sz="1400" spc="-1" strike="noStrike">
                <a:solidFill>
                  <a:srgbClr val="ffffff"/>
                </a:solidFill>
                <a:latin typeface="Roboto"/>
                <a:ea typeface="Roboto"/>
              </a:rPr>
              <a:t>Documento</a:t>
            </a:r>
            <a:endParaRPr b="0" lang="es-AR" sz="1400" spc="-1" strike="noStrike">
              <a:latin typeface="Arial"/>
            </a:endParaRPr>
          </a:p>
          <a:p>
            <a:pPr marL="457200" indent="-317520">
              <a:lnSpc>
                <a:spcPct val="100000"/>
              </a:lnSpc>
              <a:buClr>
                <a:srgbClr val="ffffff"/>
              </a:buClr>
              <a:buFont typeface="Roboto"/>
              <a:buChar char="●"/>
            </a:pPr>
            <a:r>
              <a:rPr b="0" lang="es" sz="1400" spc="-1" strike="noStrike">
                <a:solidFill>
                  <a:srgbClr val="ffffff"/>
                </a:solidFill>
                <a:latin typeface="Roboto"/>
                <a:ea typeface="Roboto"/>
              </a:rPr>
              <a:t>Operaciones</a:t>
            </a:r>
            <a:endParaRPr b="0" lang="es-AR" sz="1400" spc="-1" strike="noStrike">
              <a:latin typeface="Arial"/>
            </a:endParaRPr>
          </a:p>
          <a:p>
            <a:pPr lvl="1" marL="914400" indent="-317520">
              <a:lnSpc>
                <a:spcPct val="100000"/>
              </a:lnSpc>
              <a:buClr>
                <a:srgbClr val="ffffff"/>
              </a:buClr>
              <a:buFont typeface="Roboto"/>
              <a:buChar char="○"/>
            </a:pPr>
            <a:r>
              <a:rPr b="0" lang="es" sz="1400" spc="-1" strike="noStrike">
                <a:solidFill>
                  <a:srgbClr val="ffffff"/>
                </a:solidFill>
                <a:latin typeface="Roboto"/>
                <a:ea typeface="Roboto"/>
              </a:rPr>
              <a:t>Query</a:t>
            </a:r>
            <a:endParaRPr b="0" lang="es-AR" sz="1400" spc="-1" strike="noStrike">
              <a:latin typeface="Arial"/>
            </a:endParaRPr>
          </a:p>
          <a:p>
            <a:pPr lvl="1" marL="914400" indent="-317520">
              <a:lnSpc>
                <a:spcPct val="100000"/>
              </a:lnSpc>
              <a:buClr>
                <a:srgbClr val="ffffff"/>
              </a:buClr>
              <a:buFont typeface="Roboto"/>
              <a:buChar char="○"/>
            </a:pPr>
            <a:r>
              <a:rPr b="0" lang="es" sz="1400" spc="-1" strike="noStrike">
                <a:solidFill>
                  <a:srgbClr val="ffffff"/>
                </a:solidFill>
                <a:latin typeface="Roboto"/>
                <a:ea typeface="Roboto"/>
              </a:rPr>
              <a:t>Mutation</a:t>
            </a:r>
            <a:endParaRPr b="0" lang="es-AR" sz="1400" spc="-1" strike="noStrike">
              <a:latin typeface="Arial"/>
            </a:endParaRPr>
          </a:p>
          <a:p>
            <a:pPr lvl="1" marL="914400" indent="-317520">
              <a:lnSpc>
                <a:spcPct val="100000"/>
              </a:lnSpc>
              <a:buClr>
                <a:srgbClr val="ffffff"/>
              </a:buClr>
              <a:buFont typeface="Roboto"/>
              <a:buChar char="○"/>
            </a:pPr>
            <a:r>
              <a:rPr b="0" lang="es" sz="1400" spc="-1" strike="noStrike">
                <a:solidFill>
                  <a:srgbClr val="ffffff"/>
                </a:solidFill>
                <a:latin typeface="Roboto"/>
                <a:ea typeface="Roboto"/>
              </a:rPr>
              <a:t>Suscription</a:t>
            </a:r>
            <a:endParaRPr b="0" lang="es-AR" sz="1400" spc="-1" strike="noStrike">
              <a:latin typeface="Arial"/>
            </a:endParaRPr>
          </a:p>
          <a:p>
            <a:pPr marL="457200" indent="-317520">
              <a:lnSpc>
                <a:spcPct val="100000"/>
              </a:lnSpc>
              <a:buClr>
                <a:srgbClr val="ffffff"/>
              </a:buClr>
              <a:buFont typeface="Roboto"/>
              <a:buChar char="●"/>
            </a:pPr>
            <a:r>
              <a:rPr b="0" lang="es" sz="1400" spc="-1" strike="noStrike">
                <a:solidFill>
                  <a:srgbClr val="ffffff"/>
                </a:solidFill>
                <a:latin typeface="Roboto"/>
                <a:ea typeface="Roboto"/>
              </a:rPr>
              <a:t>Conjuntos de selección, campos, alias, fragmentos</a:t>
            </a:r>
            <a:endParaRPr b="0" lang="es-AR" sz="1400" spc="-1" strike="noStrike">
              <a:latin typeface="Arial"/>
            </a:endParaRPr>
          </a:p>
          <a:p>
            <a:pPr marL="457200" indent="-317520">
              <a:lnSpc>
                <a:spcPct val="100000"/>
              </a:lnSpc>
              <a:buClr>
                <a:srgbClr val="ffffff"/>
              </a:buClr>
              <a:buFont typeface="Roboto"/>
              <a:buChar char="●"/>
            </a:pPr>
            <a:r>
              <a:rPr b="0" lang="es" sz="1400" spc="-1" strike="noStrike">
                <a:solidFill>
                  <a:srgbClr val="ffffff"/>
                </a:solidFill>
                <a:latin typeface="Roboto"/>
                <a:ea typeface="Roboto"/>
              </a:rPr>
              <a:t>Types:</a:t>
            </a:r>
            <a:endParaRPr b="0" lang="es-AR" sz="1400" spc="-1" strike="noStrike">
              <a:latin typeface="Arial"/>
            </a:endParaRPr>
          </a:p>
          <a:p>
            <a:pPr lvl="1" marL="914400" indent="-317520">
              <a:lnSpc>
                <a:spcPct val="100000"/>
              </a:lnSpc>
              <a:buClr>
                <a:srgbClr val="ffffff"/>
              </a:buClr>
              <a:buFont typeface="Roboto"/>
              <a:buChar char="○"/>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SCALAR:  INT, FLOAT, BOOLEAN, STRING, ID.</a:t>
            </a:r>
            <a:endParaRPr b="0" lang="es-AR" sz="1400" spc="-1" strike="noStrike">
              <a:latin typeface="Arial"/>
            </a:endParaRPr>
          </a:p>
          <a:p>
            <a:pPr lvl="1" marL="914400" indent="-317520">
              <a:lnSpc>
                <a:spcPct val="100000"/>
              </a:lnSpc>
              <a:buClr>
                <a:srgbClr val="ffffff"/>
              </a:buClr>
              <a:buFont typeface="Roboto"/>
              <a:buChar char="○"/>
            </a:pPr>
            <a:r>
              <a:rPr b="0" lang="es" sz="1400" spc="-1" strike="noStrike">
                <a:solidFill>
                  <a:srgbClr val="ffffff"/>
                </a:solidFill>
                <a:latin typeface="Roboto"/>
                <a:ea typeface="Roboto"/>
              </a:rPr>
              <a:t>OBJECT:Es el que permite definir entidades, es uno de los más importantes para Graphql</a:t>
            </a:r>
            <a:endParaRPr b="0" lang="es-AR" sz="1400" spc="-1" strike="noStrike">
              <a:latin typeface="Arial"/>
            </a:endParaRPr>
          </a:p>
          <a:p>
            <a:pPr lvl="1" marL="914400" indent="-317520">
              <a:lnSpc>
                <a:spcPct val="100000"/>
              </a:lnSpc>
              <a:buClr>
                <a:srgbClr val="ffffff"/>
              </a:buClr>
              <a:buFont typeface="Roboto"/>
              <a:buChar char="○"/>
            </a:pPr>
            <a:r>
              <a:rPr b="0" lang="es" sz="1400" spc="-1" strike="noStrike">
                <a:solidFill>
                  <a:srgbClr val="ffffff"/>
                </a:solidFill>
                <a:latin typeface="Roboto"/>
                <a:ea typeface="Roboto"/>
              </a:rPr>
              <a:t>ENUMS: donde se permite elegir entre una de varias opciones.</a:t>
            </a:r>
            <a:endParaRPr b="0" lang="es-AR" sz="1400" spc="-1" strike="noStrike">
              <a:latin typeface="Arial"/>
            </a:endParaRPr>
          </a:p>
          <a:p>
            <a:pPr lvl="1" marL="914400" indent="-317520">
              <a:lnSpc>
                <a:spcPct val="100000"/>
              </a:lnSpc>
              <a:buClr>
                <a:srgbClr val="ffffff"/>
              </a:buClr>
              <a:buFont typeface="Roboto"/>
              <a:buChar char="○"/>
            </a:pPr>
            <a:r>
              <a:rPr b="0" lang="es" sz="1400" spc="-1" strike="noStrike">
                <a:solidFill>
                  <a:srgbClr val="ffffff"/>
                </a:solidFill>
                <a:latin typeface="Roboto"/>
                <a:ea typeface="Roboto"/>
              </a:rPr>
              <a:t>INTERFACES</a:t>
            </a:r>
            <a:endParaRPr b="0" lang="es-AR" sz="1400" spc="-1" strike="noStrike">
              <a:latin typeface="Arial"/>
            </a:endParaRPr>
          </a:p>
          <a:p>
            <a:pPr lvl="1" marL="914400" indent="-317520">
              <a:lnSpc>
                <a:spcPct val="100000"/>
              </a:lnSpc>
              <a:buClr>
                <a:srgbClr val="ffffff"/>
              </a:buClr>
              <a:buFont typeface="Roboto"/>
              <a:buChar char="○"/>
            </a:pPr>
            <a:r>
              <a:rPr b="0" lang="es" sz="1400" spc="-1" strike="noStrike">
                <a:solidFill>
                  <a:srgbClr val="ffffff"/>
                </a:solidFill>
                <a:latin typeface="Roboto"/>
                <a:ea typeface="Roboto"/>
              </a:rPr>
              <a:t>UNIONS: Permite definir diferentes posibles tipos (o interfaces) que se esperan como resultado.</a:t>
            </a:r>
            <a:endParaRPr b="0" lang="es-AR" sz="1400" spc="-1" strike="noStrike">
              <a:latin typeface="Arial"/>
            </a:endParaRPr>
          </a:p>
          <a:p>
            <a:pPr marL="457200" indent="-317520">
              <a:lnSpc>
                <a:spcPct val="100000"/>
              </a:lnSpc>
              <a:buClr>
                <a:srgbClr val="ffffff"/>
              </a:buClr>
              <a:buFont typeface="Roboto"/>
              <a:buChar char="●"/>
            </a:pPr>
            <a:r>
              <a:rPr b="0" lang="es" sz="1400" spc="-1" strike="noStrike">
                <a:solidFill>
                  <a:srgbClr val="ffffff"/>
                </a:solidFill>
                <a:latin typeface="Roboto"/>
                <a:ea typeface="Roboto"/>
              </a:rPr>
              <a:t>Modificadores de tipo: !, []</a:t>
            </a:r>
            <a:endParaRPr b="0" lang="es-AR" sz="1400" spc="-1" strike="noStrike">
              <a:latin typeface="Arial"/>
            </a:endParaRPr>
          </a:p>
          <a:p>
            <a:pPr>
              <a:lnSpc>
                <a:spcPct val="100000"/>
              </a:lnSpc>
              <a:buNone/>
              <a:tabLst>
                <a:tab algn="l" pos="0"/>
              </a:tabLst>
            </a:pPr>
            <a:endParaRPr b="0" lang="es-AR" sz="1400" spc="-1" strike="noStrike">
              <a:latin typeface="Arial"/>
            </a:endParaRPr>
          </a:p>
          <a:p>
            <a:pPr>
              <a:lnSpc>
                <a:spcPct val="100000"/>
              </a:lnSpc>
              <a:buNone/>
              <a:tabLst>
                <a:tab algn="l" pos="0"/>
              </a:tabLst>
            </a:pPr>
            <a:endParaRPr b="0" lang="es-AR" sz="1400" spc="-1" strike="noStrike">
              <a:latin typeface="Arial"/>
            </a:endParaRPr>
          </a:p>
          <a:p>
            <a:pPr>
              <a:lnSpc>
                <a:spcPct val="100000"/>
              </a:lnSpc>
              <a:buNone/>
              <a:tabLst>
                <a:tab algn="l" pos="0"/>
              </a:tabLst>
            </a:pPr>
            <a:r>
              <a:rPr b="0" lang="es" sz="1400" spc="-1" strike="noStrike" u="sng">
                <a:solidFill>
                  <a:srgbClr val="f06292"/>
                </a:solidFill>
                <a:uFillTx/>
                <a:latin typeface="Roboto"/>
                <a:ea typeface="Roboto"/>
                <a:hlinkClick r:id="rId1"/>
              </a:rPr>
              <a:t>Especificación Graphql</a:t>
            </a:r>
            <a:endParaRPr b="0" lang="es-AR" sz="1400" spc="-1" strike="noStrike">
              <a:latin typeface="Arial"/>
            </a:endParaRPr>
          </a:p>
        </p:txBody>
      </p:sp>
      <p:sp>
        <p:nvSpPr>
          <p:cNvPr id="247" name="PlaceHolder 3"/>
          <p:cNvSpPr>
            <a:spLocks noGrp="1"/>
          </p:cNvSpPr>
          <p:nvPr>
            <p:ph type="sldNum" idx="14"/>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3011BA2F-4C6B-49CA-81D9-5A5348A580EE}" type="slidenum">
              <a:rPr b="0" lang="es" sz="1000" spc="-1" strike="noStrike">
                <a:solidFill>
                  <a:srgbClr val="ffffff"/>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title"/>
          </p:nvPr>
        </p:nvSpPr>
        <p:spPr>
          <a:xfrm>
            <a:off x="265680" y="1151280"/>
            <a:ext cx="4044600" cy="1563840"/>
          </a:xfrm>
          <a:prstGeom prst="rect">
            <a:avLst/>
          </a:prstGeom>
          <a:noFill/>
          <a:ln w="0">
            <a:noFill/>
          </a:ln>
        </p:spPr>
        <p:txBody>
          <a:bodyPr lIns="90000" rIns="90000" tIns="91440" bIns="91440" anchor="b">
            <a:noAutofit/>
          </a:bodyPr>
          <a:p>
            <a:pPr algn="ctr">
              <a:lnSpc>
                <a:spcPct val="100000"/>
              </a:lnSpc>
              <a:buNone/>
              <a:tabLst>
                <a:tab algn="l" pos="0"/>
              </a:tabLst>
            </a:pPr>
            <a:r>
              <a:rPr b="0" lang="es" sz="4200" spc="-1" strike="noStrike">
                <a:solidFill>
                  <a:srgbClr val="2a3990"/>
                </a:solidFill>
                <a:latin typeface="Roboto"/>
                <a:ea typeface="Roboto"/>
              </a:rPr>
              <a:t>Ejemplo</a:t>
            </a:r>
            <a:endParaRPr b="0" lang="es-AR" sz="4200" spc="-1" strike="noStrike">
              <a:latin typeface="Arial"/>
            </a:endParaRPr>
          </a:p>
        </p:txBody>
      </p:sp>
      <p:sp>
        <p:nvSpPr>
          <p:cNvPr id="249" name="PlaceHolder 2"/>
          <p:cNvSpPr>
            <a:spLocks noGrp="1"/>
          </p:cNvSpPr>
          <p:nvPr>
            <p:ph type="subTitle"/>
          </p:nvPr>
        </p:nvSpPr>
        <p:spPr>
          <a:xfrm>
            <a:off x="265680" y="2769120"/>
            <a:ext cx="4044600" cy="1268640"/>
          </a:xfrm>
          <a:prstGeom prst="rect">
            <a:avLst/>
          </a:prstGeom>
          <a:noFill/>
          <a:ln w="0">
            <a:noFill/>
          </a:ln>
        </p:spPr>
        <p:txBody>
          <a:bodyPr lIns="90000" rIns="90000" tIns="91440" bIns="91440" anchor="t">
            <a:noAutofit/>
          </a:bodyPr>
          <a:p>
            <a:pPr algn="ctr">
              <a:lnSpc>
                <a:spcPct val="100000"/>
              </a:lnSpc>
              <a:buNone/>
              <a:tabLst>
                <a:tab algn="l" pos="0"/>
              </a:tabLst>
            </a:pPr>
            <a:r>
              <a:rPr b="0" lang="es" sz="2100" spc="-1" strike="noStrike">
                <a:solidFill>
                  <a:srgbClr val="434343"/>
                </a:solidFill>
                <a:latin typeface="Roboto"/>
                <a:ea typeface="Roboto"/>
              </a:rPr>
              <a:t>Schema: Describe nuestros datos y las consultas que podemos hacer al servicio.</a:t>
            </a:r>
            <a:endParaRPr b="0" lang="es-AR" sz="2100" spc="-1" strike="noStrike">
              <a:latin typeface="Arial"/>
            </a:endParaRPr>
          </a:p>
          <a:p>
            <a:pPr algn="ctr">
              <a:lnSpc>
                <a:spcPct val="100000"/>
              </a:lnSpc>
              <a:buNone/>
              <a:tabLst>
                <a:tab algn="l" pos="0"/>
              </a:tabLst>
            </a:pPr>
            <a:endParaRPr b="0" lang="es-AR" sz="2100" spc="-1" strike="noStrike">
              <a:latin typeface="Arial"/>
            </a:endParaRPr>
          </a:p>
          <a:p>
            <a:pPr algn="ctr">
              <a:lnSpc>
                <a:spcPct val="100000"/>
              </a:lnSpc>
              <a:buNone/>
              <a:tabLst>
                <a:tab algn="l" pos="0"/>
              </a:tabLst>
            </a:pPr>
            <a:r>
              <a:rPr b="0" lang="es" sz="2100" spc="-1" strike="noStrike" u="sng">
                <a:solidFill>
                  <a:srgbClr val="f06292"/>
                </a:solidFill>
                <a:uFillTx/>
                <a:latin typeface="Roboto"/>
                <a:ea typeface="Roboto"/>
                <a:hlinkClick r:id="rId1"/>
              </a:rPr>
              <a:t>express-graphql</a:t>
            </a:r>
            <a:endParaRPr b="0" lang="es-AR" sz="2100" spc="-1" strike="noStrike">
              <a:latin typeface="Arial"/>
            </a:endParaRPr>
          </a:p>
        </p:txBody>
      </p:sp>
      <p:sp>
        <p:nvSpPr>
          <p:cNvPr id="250" name="Google Shape;205;p23"/>
          <p:cNvSpPr/>
          <p:nvPr/>
        </p:nvSpPr>
        <p:spPr>
          <a:xfrm>
            <a:off x="4624560" y="28440"/>
            <a:ext cx="4518720" cy="399600"/>
          </a:xfrm>
          <a:prstGeom prst="rect">
            <a:avLst/>
          </a:prstGeom>
          <a:noFill/>
          <a:ln w="0">
            <a:noFill/>
          </a:ln>
        </p:spPr>
        <p:style>
          <a:lnRef idx="0"/>
          <a:fillRef idx="0"/>
          <a:effectRef idx="0"/>
          <a:fontRef idx="minor"/>
        </p:style>
      </p:sp>
      <p:sp>
        <p:nvSpPr>
          <p:cNvPr id="251" name="Google Shape;206;p23"/>
          <p:cNvSpPr/>
          <p:nvPr/>
        </p:nvSpPr>
        <p:spPr>
          <a:xfrm>
            <a:off x="4572000" y="0"/>
            <a:ext cx="2413080" cy="4974840"/>
          </a:xfrm>
          <a:prstGeom prst="rect">
            <a:avLst/>
          </a:prstGeom>
          <a:noFill/>
          <a:ln w="0">
            <a:noFill/>
          </a:ln>
        </p:spPr>
        <p:style>
          <a:lnRef idx="0"/>
          <a:fillRef idx="0"/>
          <a:effectRef idx="0"/>
          <a:fontRef idx="minor"/>
        </p:style>
        <p:txBody>
          <a:bodyPr lIns="90000" rIns="90000" tIns="91440" bIns="91440" anchor="t">
            <a:spAutoFit/>
          </a:bodyPr>
          <a:p>
            <a:pPr>
              <a:lnSpc>
                <a:spcPct val="135000"/>
              </a:lnSpc>
              <a:buNone/>
              <a:tabLst>
                <a:tab algn="l" pos="0"/>
              </a:tabLst>
            </a:pPr>
            <a:r>
              <a:rPr b="0" lang="es" sz="950" spc="-1" strike="noStrike">
                <a:solidFill>
                  <a:srgbClr val="e6db74"/>
                </a:solidFill>
                <a:latin typeface="Courier New"/>
                <a:ea typeface="Courier New"/>
              </a:rPr>
              <a:t>type Query{</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empresa(id: Int!): Empresa</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empresas: [Empresa]</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type Empresa{</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id: 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nombre: 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url: 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razonSocial:String!,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rubro: Rubro!,  ap_y_nom_apoderado:String,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dni_apoderado:Int,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domicilio_legal:String!,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telefono_dl:String,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email_dl:String,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email_comercial:String,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tel_comercial:String,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empleados:Int,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cuit:Int,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sucursales:[Sucursal],  balance_comercial:BalanceComercial!,</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a:t>
            </a:r>
            <a:endParaRPr b="0" lang="es-AR" sz="950" spc="-1" strike="noStrike">
              <a:latin typeface="Arial"/>
            </a:endParaRPr>
          </a:p>
          <a:p>
            <a:pPr>
              <a:lnSpc>
                <a:spcPct val="100000"/>
              </a:lnSpc>
              <a:buNone/>
              <a:tabLst>
                <a:tab algn="l" pos="0"/>
              </a:tabLst>
            </a:pPr>
            <a:endParaRPr b="0" lang="es-AR" sz="1000" spc="-1" strike="noStrike">
              <a:latin typeface="Arial"/>
            </a:endParaRPr>
          </a:p>
          <a:p>
            <a:pPr>
              <a:lnSpc>
                <a:spcPct val="100000"/>
              </a:lnSpc>
              <a:buNone/>
              <a:tabLst>
                <a:tab algn="l" pos="0"/>
              </a:tabLst>
            </a:pPr>
            <a:endParaRPr b="0" lang="es-AR" sz="1000" spc="-1" strike="noStrike">
              <a:latin typeface="Arial"/>
            </a:endParaRPr>
          </a:p>
        </p:txBody>
      </p:sp>
      <p:sp>
        <p:nvSpPr>
          <p:cNvPr id="252" name="Google Shape;207;p23"/>
          <p:cNvSpPr/>
          <p:nvPr/>
        </p:nvSpPr>
        <p:spPr>
          <a:xfrm>
            <a:off x="6928920" y="0"/>
            <a:ext cx="2299320" cy="5255640"/>
          </a:xfrm>
          <a:prstGeom prst="rect">
            <a:avLst/>
          </a:prstGeom>
          <a:noFill/>
          <a:ln w="0">
            <a:noFill/>
          </a:ln>
        </p:spPr>
        <p:style>
          <a:lnRef idx="0"/>
          <a:fillRef idx="0"/>
          <a:effectRef idx="0"/>
          <a:fontRef idx="minor"/>
        </p:style>
        <p:txBody>
          <a:bodyPr lIns="90000" rIns="90000" tIns="91440" bIns="91440" anchor="t">
            <a:spAutoFit/>
          </a:bodyPr>
          <a:p>
            <a:pPr>
              <a:lnSpc>
                <a:spcPct val="135000"/>
              </a:lnSpc>
              <a:buNone/>
              <a:tabLst>
                <a:tab algn="l" pos="0"/>
              </a:tabLst>
            </a:pPr>
            <a:r>
              <a:rPr b="0" lang="es" sz="950" spc="-1" strike="noStrike">
                <a:solidFill>
                  <a:srgbClr val="e6db74"/>
                </a:solidFill>
                <a:latin typeface="Courier New"/>
                <a:ea typeface="Courier New"/>
              </a:rPr>
              <a:t>type Sucursal{</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nro_sucursal:Int!,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direccion:String!,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telefono:String!,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localidad:String!,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horario_atencion:String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type BalanceComercial {</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bc_2020:Int,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bc_2019:Int,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bc_2018:Int!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type Rubro{</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id: 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nombre:String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type Mutation{</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SucursalAdd(</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idEmpresa: Int,            nro_sucursal:Int!,</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direccion:String!,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telefono:String!,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localidad:String!,     horario_atencion:String</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    </a:t>
            </a:r>
            <a:r>
              <a:rPr b="0" lang="es" sz="950" spc="-1" strike="noStrike">
                <a:solidFill>
                  <a:srgbClr val="e6db74"/>
                </a:solidFill>
                <a:latin typeface="Courier New"/>
                <a:ea typeface="Courier New"/>
              </a:rPr>
              <a:t>):Sucursal</a:t>
            </a:r>
            <a:endParaRPr b="0" lang="es-AR" sz="950" spc="-1" strike="noStrike">
              <a:latin typeface="Arial"/>
            </a:endParaRPr>
          </a:p>
          <a:p>
            <a:pPr>
              <a:lnSpc>
                <a:spcPct val="135000"/>
              </a:lnSpc>
              <a:buNone/>
              <a:tabLst>
                <a:tab algn="l" pos="0"/>
              </a:tabLst>
            </a:pPr>
            <a:r>
              <a:rPr b="0" lang="es" sz="950" spc="-1" strike="noStrike">
                <a:solidFill>
                  <a:srgbClr val="e6db74"/>
                </a:solidFill>
                <a:latin typeface="Courier New"/>
                <a:ea typeface="Courier New"/>
              </a:rPr>
              <a:t>}</a:t>
            </a:r>
            <a:endParaRPr b="0" lang="es-AR" sz="950" spc="-1" strike="noStrike">
              <a:latin typeface="Arial"/>
            </a:endParaRPr>
          </a:p>
        </p:txBody>
      </p:sp>
      <p:sp>
        <p:nvSpPr>
          <p:cNvPr id="253" name="PlaceHolder 3"/>
          <p:cNvSpPr>
            <a:spLocks noGrp="1"/>
          </p:cNvSpPr>
          <p:nvPr>
            <p:ph type="sldNum" idx="15"/>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0C8208FA-9616-4884-AECF-7FBEFF57C64B}" type="slidenum">
              <a:rPr b="0" lang="es" sz="1000" spc="-1" strike="noStrike">
                <a:solidFill>
                  <a:srgbClr val="ffffff"/>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p:nvPr>
        </p:nvSpPr>
        <p:spPr>
          <a:xfrm>
            <a:off x="265680" y="1151280"/>
            <a:ext cx="4044600" cy="1563840"/>
          </a:xfrm>
          <a:prstGeom prst="rect">
            <a:avLst/>
          </a:prstGeom>
          <a:noFill/>
          <a:ln w="0">
            <a:noFill/>
          </a:ln>
        </p:spPr>
        <p:txBody>
          <a:bodyPr lIns="90000" rIns="90000" tIns="91440" bIns="91440" anchor="b">
            <a:noAutofit/>
          </a:bodyPr>
          <a:p>
            <a:pPr algn="ctr">
              <a:lnSpc>
                <a:spcPct val="100000"/>
              </a:lnSpc>
              <a:buNone/>
              <a:tabLst>
                <a:tab algn="l" pos="0"/>
              </a:tabLst>
            </a:pPr>
            <a:r>
              <a:rPr b="0" lang="es" sz="4200" spc="-1" strike="noStrike">
                <a:solidFill>
                  <a:srgbClr val="2a3990"/>
                </a:solidFill>
                <a:latin typeface="Roboto"/>
                <a:ea typeface="Roboto"/>
              </a:rPr>
              <a:t>Ejemplo </a:t>
            </a:r>
            <a:endParaRPr b="0" lang="es-AR" sz="4200" spc="-1" strike="noStrike">
              <a:latin typeface="Arial"/>
            </a:endParaRPr>
          </a:p>
        </p:txBody>
      </p:sp>
      <p:sp>
        <p:nvSpPr>
          <p:cNvPr id="255" name="PlaceHolder 2"/>
          <p:cNvSpPr>
            <a:spLocks noGrp="1"/>
          </p:cNvSpPr>
          <p:nvPr>
            <p:ph type="subTitle"/>
          </p:nvPr>
        </p:nvSpPr>
        <p:spPr>
          <a:xfrm>
            <a:off x="265680" y="2769120"/>
            <a:ext cx="4044600" cy="1268640"/>
          </a:xfrm>
          <a:prstGeom prst="rect">
            <a:avLst/>
          </a:prstGeom>
          <a:noFill/>
          <a:ln w="0">
            <a:noFill/>
          </a:ln>
        </p:spPr>
        <p:txBody>
          <a:bodyPr lIns="90000" rIns="90000" tIns="91440" bIns="91440" anchor="t">
            <a:noAutofit/>
          </a:bodyPr>
          <a:p>
            <a:pPr>
              <a:lnSpc>
                <a:spcPct val="100000"/>
              </a:lnSpc>
              <a:buNone/>
              <a:tabLst>
                <a:tab algn="l" pos="0"/>
              </a:tabLst>
            </a:pPr>
            <a:r>
              <a:rPr b="0" lang="es" sz="2100" spc="-1" strike="noStrike">
                <a:solidFill>
                  <a:srgbClr val="434343"/>
                </a:solidFill>
                <a:latin typeface="Roboto"/>
                <a:ea typeface="Roboto"/>
              </a:rPr>
              <a:t>Realizar consultas sobre la</a:t>
            </a:r>
            <a:r>
              <a:rPr b="0" lang="es" sz="2100" spc="-1" strike="noStrike" u="sng">
                <a:solidFill>
                  <a:srgbClr val="f06292"/>
                </a:solidFill>
                <a:uFillTx/>
                <a:latin typeface="Roboto"/>
                <a:ea typeface="Roboto"/>
                <a:hlinkClick r:id="rId1"/>
              </a:rPr>
              <a:t> api de países</a:t>
            </a:r>
            <a:endParaRPr b="0" lang="es-AR" sz="2100" spc="-1" strike="noStrike">
              <a:latin typeface="Arial"/>
            </a:endParaRPr>
          </a:p>
          <a:p>
            <a:pPr>
              <a:lnSpc>
                <a:spcPct val="100000"/>
              </a:lnSpc>
              <a:buNone/>
              <a:tabLst>
                <a:tab algn="l" pos="0"/>
              </a:tabLst>
            </a:pPr>
            <a:endParaRPr b="0" lang="es-AR" sz="2100" spc="-1" strike="noStrike">
              <a:latin typeface="Arial"/>
            </a:endParaRPr>
          </a:p>
          <a:p>
            <a:pPr>
              <a:lnSpc>
                <a:spcPct val="100000"/>
              </a:lnSpc>
              <a:buNone/>
              <a:tabLst>
                <a:tab algn="l" pos="0"/>
              </a:tabLst>
            </a:pPr>
            <a:r>
              <a:rPr b="0" lang="es" sz="2100" spc="-1" strike="noStrike" u="sng">
                <a:solidFill>
                  <a:srgbClr val="f06292"/>
                </a:solidFill>
                <a:uFillTx/>
                <a:latin typeface="Roboto"/>
                <a:ea typeface="Roboto"/>
                <a:hlinkClick r:id="rId2"/>
              </a:rPr>
              <a:t>Sandbox</a:t>
            </a:r>
            <a:endParaRPr b="0" lang="es-AR" sz="2100" spc="-1" strike="noStrike">
              <a:latin typeface="Arial"/>
            </a:endParaRPr>
          </a:p>
          <a:p>
            <a:pPr>
              <a:lnSpc>
                <a:spcPct val="100000"/>
              </a:lnSpc>
              <a:buNone/>
              <a:tabLst>
                <a:tab algn="l" pos="0"/>
              </a:tabLst>
            </a:pPr>
            <a:r>
              <a:rPr b="0" lang="es" sz="2100" spc="-1" strike="noStrike" u="sng">
                <a:solidFill>
                  <a:srgbClr val="f06292"/>
                </a:solidFill>
                <a:uFillTx/>
                <a:latin typeface="Roboto"/>
                <a:ea typeface="Roboto"/>
                <a:hlinkClick r:id="rId3"/>
              </a:rPr>
              <a:t>Endpoint de Star Wars</a:t>
            </a:r>
            <a:endParaRPr b="0" lang="es-AR" sz="2100" spc="-1" strike="noStrike">
              <a:latin typeface="Arial"/>
            </a:endParaRPr>
          </a:p>
        </p:txBody>
      </p:sp>
      <p:sp>
        <p:nvSpPr>
          <p:cNvPr id="256" name="Google Shape;215;p24"/>
          <p:cNvSpPr/>
          <p:nvPr/>
        </p:nvSpPr>
        <p:spPr>
          <a:xfrm>
            <a:off x="4624560" y="28440"/>
            <a:ext cx="4518720" cy="399600"/>
          </a:xfrm>
          <a:prstGeom prst="rect">
            <a:avLst/>
          </a:prstGeom>
          <a:noFill/>
          <a:ln w="0">
            <a:noFill/>
          </a:ln>
        </p:spPr>
        <p:style>
          <a:lnRef idx="0"/>
          <a:fillRef idx="0"/>
          <a:effectRef idx="0"/>
          <a:fontRef idx="minor"/>
        </p:style>
      </p:sp>
      <p:sp>
        <p:nvSpPr>
          <p:cNvPr id="257" name="Google Shape;216;p24"/>
          <p:cNvSpPr/>
          <p:nvPr/>
        </p:nvSpPr>
        <p:spPr>
          <a:xfrm>
            <a:off x="4775400" y="320760"/>
            <a:ext cx="4255560" cy="444492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0" lang="es" sz="1400" spc="-1" strike="noStrike">
                <a:solidFill>
                  <a:srgbClr val="ffffff"/>
                </a:solidFill>
                <a:latin typeface="Roboto"/>
                <a:ea typeface="Roboto"/>
              </a:rPr>
              <a:t>query{</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continents {</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name</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query($continentCode: ID!){</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continents {</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name</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code</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continent(code: $continentCode) {</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code</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name</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#vars</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  </a:t>
            </a:r>
            <a:r>
              <a:rPr b="0" lang="es" sz="1400" spc="-1" strike="noStrike">
                <a:solidFill>
                  <a:srgbClr val="ffffff"/>
                </a:solidFill>
                <a:latin typeface="Roboto"/>
                <a:ea typeface="Roboto"/>
              </a:rPr>
              <a:t>"continentCode": "AF"</a:t>
            </a:r>
            <a:endParaRPr b="0" lang="es-AR" sz="1400" spc="-1" strike="noStrike">
              <a:latin typeface="Arial"/>
            </a:endParaRPr>
          </a:p>
          <a:p>
            <a:pPr>
              <a:lnSpc>
                <a:spcPct val="100000"/>
              </a:lnSpc>
              <a:buNone/>
              <a:tabLst>
                <a:tab algn="l" pos="0"/>
              </a:tabLst>
            </a:pPr>
            <a:r>
              <a:rPr b="0" lang="es" sz="1400" spc="-1" strike="noStrike">
                <a:solidFill>
                  <a:srgbClr val="ffffff"/>
                </a:solidFill>
                <a:latin typeface="Roboto"/>
                <a:ea typeface="Roboto"/>
              </a:rPr>
              <a:t>}</a:t>
            </a:r>
            <a:endParaRPr b="0" lang="es-AR" sz="1400" spc="-1" strike="noStrike">
              <a:latin typeface="Arial"/>
            </a:endParaRPr>
          </a:p>
        </p:txBody>
      </p:sp>
      <p:sp>
        <p:nvSpPr>
          <p:cNvPr id="258" name="PlaceHolder 3"/>
          <p:cNvSpPr>
            <a:spLocks noGrp="1"/>
          </p:cNvSpPr>
          <p:nvPr>
            <p:ph type="sldNum" idx="16"/>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19702114-61BE-48B6-8767-F1E9656ABFD7}" type="slidenum">
              <a:rPr b="0" lang="es" sz="1000" spc="-1" strike="noStrike">
                <a:solidFill>
                  <a:srgbClr val="ffffff"/>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311760" y="410040"/>
            <a:ext cx="8519760" cy="606960"/>
          </a:xfrm>
          <a:prstGeom prst="rect">
            <a:avLst/>
          </a:prstGeom>
          <a:noFill/>
          <a:ln w="0">
            <a:noFill/>
          </a:ln>
        </p:spPr>
        <p:txBody>
          <a:bodyPr lIns="0" rIns="0" tIns="91440" bIns="91440" anchor="t">
            <a:noAutofit/>
          </a:bodyPr>
          <a:p>
            <a:pPr>
              <a:lnSpc>
                <a:spcPct val="100000"/>
              </a:lnSpc>
              <a:buNone/>
              <a:tabLst>
                <a:tab algn="l" pos="0"/>
              </a:tabLst>
            </a:pPr>
            <a:r>
              <a:rPr b="0" lang="es" sz="3000" spc="-1" strike="noStrike">
                <a:solidFill>
                  <a:srgbClr val="2a3990"/>
                </a:solidFill>
                <a:latin typeface="Roboto"/>
                <a:ea typeface="Roboto"/>
              </a:rPr>
              <a:t>Conclusiones</a:t>
            </a:r>
            <a:endParaRPr b="0" lang="es-AR" sz="3000" spc="-1" strike="noStrike">
              <a:latin typeface="Arial"/>
            </a:endParaRPr>
          </a:p>
        </p:txBody>
      </p:sp>
      <p:sp>
        <p:nvSpPr>
          <p:cNvPr id="260" name="PlaceHolder 2"/>
          <p:cNvSpPr>
            <a:spLocks noGrp="1"/>
          </p:cNvSpPr>
          <p:nvPr>
            <p:ph/>
          </p:nvPr>
        </p:nvSpPr>
        <p:spPr>
          <a:xfrm>
            <a:off x="311760" y="1017720"/>
            <a:ext cx="8519760" cy="3837600"/>
          </a:xfrm>
          <a:prstGeom prst="rect">
            <a:avLst/>
          </a:prstGeom>
          <a:noFill/>
          <a:ln w="0">
            <a:noFill/>
          </a:ln>
        </p:spPr>
        <p:txBody>
          <a:bodyPr lIns="0" rIns="0" tIns="91440" bIns="91440" anchor="t">
            <a:normAutofit/>
          </a:bodyPr>
          <a:p>
            <a:pPr marL="457200" indent="-343080">
              <a:lnSpc>
                <a:spcPct val="115000"/>
              </a:lnSpc>
              <a:buClr>
                <a:srgbClr val="434343"/>
              </a:buClr>
              <a:buFont typeface="Roboto"/>
              <a:buChar char="●"/>
            </a:pPr>
            <a:r>
              <a:rPr b="1" lang="es" sz="1800" spc="-1" strike="noStrike">
                <a:solidFill>
                  <a:srgbClr val="434343"/>
                </a:solidFill>
                <a:latin typeface="Roboto"/>
                <a:ea typeface="Roboto"/>
              </a:rPr>
              <a:t>Definición</a:t>
            </a:r>
            <a:r>
              <a:rPr b="0" lang="es" sz="1800" spc="-1" strike="noStrike">
                <a:solidFill>
                  <a:srgbClr val="434343"/>
                </a:solidFill>
                <a:latin typeface="Roboto"/>
                <a:ea typeface="Roboto"/>
              </a:rPr>
              <a:t>: GraphQL es un lenguaje de consulta de datos, pero también un entorno de ejecución, porque permite llevar a cabo las consultas.  Podemos consultar “qué queremos” y “cómo lo queremos”.</a:t>
            </a:r>
            <a:endParaRPr b="0" lang="es-AR" sz="1800" spc="-1" strike="noStrike">
              <a:latin typeface="Arial"/>
            </a:endParaRPr>
          </a:p>
          <a:p>
            <a:pPr marL="457200" indent="-343080">
              <a:lnSpc>
                <a:spcPct val="115000"/>
              </a:lnSpc>
              <a:buClr>
                <a:srgbClr val="434343"/>
              </a:buClr>
              <a:buFont typeface="Roboto"/>
              <a:buChar char="●"/>
            </a:pPr>
            <a:r>
              <a:rPr b="1" lang="es" sz="1800" spc="-1" strike="noStrike">
                <a:solidFill>
                  <a:srgbClr val="434343"/>
                </a:solidFill>
                <a:latin typeface="Roboto"/>
                <a:ea typeface="Roboto"/>
              </a:rPr>
              <a:t>Ventajas:</a:t>
            </a:r>
            <a:r>
              <a:rPr b="0" lang="es" sz="1800" spc="-1" strike="noStrike">
                <a:solidFill>
                  <a:srgbClr val="434343"/>
                </a:solidFill>
                <a:latin typeface="Roboto"/>
                <a:ea typeface="Roboto"/>
              </a:rPr>
              <a:t> Único Endpoint / Fuertemente Tipado / (Over/Under)fetching</a:t>
            </a:r>
            <a:endParaRPr b="0" lang="es-AR" sz="1800" spc="-1" strike="noStrike">
              <a:latin typeface="Arial"/>
            </a:endParaRPr>
          </a:p>
          <a:p>
            <a:pPr marL="457200" indent="-343080">
              <a:lnSpc>
                <a:spcPct val="115000"/>
              </a:lnSpc>
              <a:buClr>
                <a:srgbClr val="434343"/>
              </a:buClr>
              <a:buFont typeface="Roboto"/>
              <a:buChar char="●"/>
            </a:pPr>
            <a:r>
              <a:rPr b="1" lang="es" sz="1800" spc="-1" strike="noStrike">
                <a:solidFill>
                  <a:srgbClr val="434343"/>
                </a:solidFill>
                <a:latin typeface="Roboto"/>
                <a:ea typeface="Roboto"/>
              </a:rPr>
              <a:t>Desventajas: </a:t>
            </a:r>
            <a:r>
              <a:rPr b="0" lang="es" sz="1800" spc="-1" strike="noStrike">
                <a:solidFill>
                  <a:srgbClr val="434343"/>
                </a:solidFill>
                <a:latin typeface="Roboto"/>
                <a:ea typeface="Roboto"/>
              </a:rPr>
              <a:t>No elimina cuellos de botella / Caching</a:t>
            </a:r>
            <a:endParaRPr b="0" lang="es-AR" sz="1800" spc="-1" strike="noStrike">
              <a:latin typeface="Arial"/>
            </a:endParaRPr>
          </a:p>
          <a:p>
            <a:pPr marL="457200" indent="-343080">
              <a:lnSpc>
                <a:spcPct val="115000"/>
              </a:lnSpc>
              <a:buClr>
                <a:srgbClr val="434343"/>
              </a:buClr>
              <a:buFont typeface="Roboto"/>
              <a:buChar char="●"/>
            </a:pPr>
            <a:r>
              <a:rPr b="1" lang="es" sz="1800" spc="-1" strike="noStrike">
                <a:solidFill>
                  <a:srgbClr val="434343"/>
                </a:solidFill>
                <a:latin typeface="Roboto"/>
                <a:ea typeface="Roboto"/>
              </a:rPr>
              <a:t>Comparación con REST:</a:t>
            </a:r>
            <a:r>
              <a:rPr b="0" lang="es" sz="1800" spc="-1" strike="noStrike">
                <a:solidFill>
                  <a:srgbClr val="434343"/>
                </a:solidFill>
                <a:latin typeface="Roboto"/>
                <a:ea typeface="Roboto"/>
              </a:rPr>
              <a:t> GraphQL debería utilizarse cuando se requiere menor utilización de la memoria; cuando los recursos que la API maneja están estrechamente relacionados entre sí y cuando no se considere que vaya a utilizarse la data completa de los recursos.</a:t>
            </a:r>
            <a:endParaRPr b="0" lang="es-AR" sz="1800" spc="-1" strike="noStrike">
              <a:latin typeface="Arial"/>
            </a:endParaRPr>
          </a:p>
        </p:txBody>
      </p:sp>
      <p:sp>
        <p:nvSpPr>
          <p:cNvPr id="261" name="PlaceHolder 3"/>
          <p:cNvSpPr>
            <a:spLocks noGrp="1"/>
          </p:cNvSpPr>
          <p:nvPr>
            <p:ph type="sldNum" idx="17"/>
          </p:nvPr>
        </p:nvSpPr>
        <p:spPr>
          <a:xfrm>
            <a:off x="8460360" y="4651200"/>
            <a:ext cx="547920" cy="392760"/>
          </a:xfrm>
          <a:prstGeom prst="rect">
            <a:avLst/>
          </a:prstGeom>
          <a:noFill/>
          <a:ln w="0">
            <a:noFill/>
          </a:ln>
        </p:spPr>
        <p:txBody>
          <a:bodyPr lIns="90000" rIns="90000" tIns="91440" bIns="91440" anchor="ctr">
            <a:noAutofit/>
          </a:bodyPr>
          <a:lstStyle>
            <a:lvl1pPr algn="r">
              <a:lnSpc>
                <a:spcPct val="100000"/>
              </a:lnSpc>
              <a:buNone/>
              <a:tabLst>
                <a:tab algn="l" pos="0"/>
              </a:tabLst>
              <a:defRPr b="0" lang="es" sz="1000" spc="-1" strike="noStrike">
                <a:solidFill>
                  <a:srgbClr val="ffffff"/>
                </a:solidFill>
                <a:latin typeface="Roboto"/>
                <a:ea typeface="Roboto"/>
              </a:defRPr>
            </a:lvl1pPr>
          </a:lstStyle>
          <a:p>
            <a:pPr algn="r">
              <a:lnSpc>
                <a:spcPct val="100000"/>
              </a:lnSpc>
              <a:buNone/>
              <a:tabLst>
                <a:tab algn="l" pos="0"/>
              </a:tabLst>
            </a:pPr>
            <a:fld id="{0268E102-FBA8-4A9C-974D-6A2FF4AF23FF}" type="slidenum">
              <a:rPr b="0" lang="es" sz="1000" spc="-1" strike="noStrike">
                <a:solidFill>
                  <a:srgbClr val="ffffff"/>
                </a:solidFill>
                <a:latin typeface="Roboto"/>
                <a:ea typeface="Roboto"/>
              </a:rPr>
              <a:t>&lt;número&gt;</a:t>
            </a:fld>
            <a:endParaRPr b="0" lang="es-AR" sz="10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es-AR</dc:language>
  <cp:lastModifiedBy/>
  <dcterms:modified xsi:type="dcterms:W3CDTF">2023-09-16T09:59:38Z</dcterms:modified>
  <cp:revision>3</cp:revision>
  <dc:subject/>
  <dc:title/>
</cp:coreProperties>
</file>

<file path=docProps/custom.xml><?xml version="1.0" encoding="utf-8"?>
<Properties xmlns="http://schemas.openxmlformats.org/officeDocument/2006/custom-properties" xmlns:vt="http://schemas.openxmlformats.org/officeDocument/2006/docPropsVTypes"/>
</file>